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anthropics-claude-fable-5-1-soll-besser-schreiben-und-coden-bei-halben-kosten/" TargetMode="External"/><Relationship Id="rId2" Type="http://schemas.openxmlformats.org/officeDocument/2006/relationships/hyperlink" Target="https://www.heise.de/news/Pixel-11-Pro-zuerst-Gemini-hilft-bei-der-Geraetesteuerung-11437195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com/blog/how-anthropic-employees-use-claude-tag" TargetMode="External"/><Relationship Id="rId2" Type="http://schemas.openxmlformats.org/officeDocument/2006/relationships/hyperlink" Target="https://simonwillison.net/2026/Aug/22/llm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google-ki-uebersichten-bei-wahlen-intransparent-quellenarm-und-teils-parteiisch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für Praxis, Regulierung und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02.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Fable 5.1 und Mythos 5.1 (Anthropic) veröffentlicht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hat Fable 5.1 (öffentlich verfügbar) und Mythos 5.1 (beschränkt auf US-Organisationen aus Cybersicherheit/Life Sciences) veröffentlicht. Bei agentenbasiertem Coding steigt der Terminal-Bench-4.0-Wert von 42,0% (Fable 5) auf 55,8%, bei agentenbasierter wissenschaftlicher Recherche von 24,7% auf 52,6%; GPT-5.6 Sol erreicht im selben Coding-Benchmark 37,3%. Die API-Preise bleiben bei 10/50 USD pro Million Input-/Output-Token, doch Cache-Reads sinken von 1,00 auf 0,25 USD pro Million Token (-75%) — laut Anthropic bis zu 45% Kostenersparnis bei agentenlastigen Workflows, Artificial Analysis widerspricht dem allerdings. Fable 5.1 ist sofort über AWS, Google Cloud und Microsoft Azure verfügbar.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"Geräte-Hilfe" startet zuerst auf dem Pixel 11 Pro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bringt unter Android 17 die neue Gemini-Funktion "Geräte-Hilfe" (Device Help), die per Text oder Sprache Smartphone-Einstellungen steuert und Probleme diagnostiziert. Die Funktion läuft mit Gemini 3.7 Flash und ist als Labs-Feature vorerst exklusiv auf dem Pixel 11 Pro verfügbar (nicht auf dem Pixel 11 Standard oder älteren Modellen); ein Rollout auf weitere Pixel-Geräte ist laut Google geplant.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02.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Tag: Slack-Threads per @-Erwähnung in fertige Dokumente verwandeln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beschreibt interne Workflows mit dem Slack-Tool "Claude Tag": Eine Marketerin erhielt aus einem 15-Nachrichten-Thread per "@Claude, go through this Slack thread and come up with a one pager" in zwei Minuten einen Entwurf. Ein Legal-Team prüft per dediziertem Kanal Marketing-Assets automatisch auf Rechtsprobleme — Prüfzeit pro Asset sank von einem Tag auf 30 Minuten. Übertragbare Idee: den KI-Agenten direkt in bestehende Team-Chat-Kanäle einbinden statt in ein separates Chat-Fenster.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claude.com/blog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0.33: Wiederverwendbare Prompt-Vorlagen durch Kombination stapeln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 hat Version 0.33 seines CLI-Tools "LLM" veröffentlicht: Das Flag "-t/--template" lässt sich jetzt mehrfach wiederholen, um Vorlagen der Reihe nach zu kombinieren — Modellkonfiguration und Aufgabenformulierung als getrennte, wiederverwendbare Bausteine statt für jede Kombination eine eigene Vorlage zu duplizieren.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02.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AlgorithmWatch-Studie: Googles KI-Übersichten bei Landtagswahlen intransparent, quellenarm und teils parteiisch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AlgorithmWatch hat über den DSA-Forschungsdatenzugang (Art. 40 Abs. 12) 4.480 Suchanfragen zu den Landtagswahlen 2026 in Sachsen-Anhalt, Mecklenburg-Vorpommern und Berlin ausgewertet. KI-Übersichten erschienen bei Wahlfragen nur in 39,1% der Fälle (gegenüber 65,3% bei unpolitischen Anfragen), bei AfD-Anfragen nur in 24%. Fast die Hälfte aller Links stammte von nur zehn Domains (YouTube dominierend); Parteidarstellungen fielen in einer Stichprobe unneutral aus (CDU 81,5% positiv formuliert, AfD 0%).</a:t>
            </a:r>
            <a:endParaRPr lang="en-US" sz="1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2026-09-02T06:18:00Z</dcterms:created>
  <dcterms:modified xsi:type="dcterms:W3CDTF">2026-09-02T06:18:00Z</dcterms:modified>
</cp:coreProperties>
</file>