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simonwillison.net/2026/Aug/11/there-are-no-lossless-transformations-of-natural-language-text/" TargetMode="External"/><Relationship Id="rId2" Type="http://schemas.openxmlformats.org/officeDocument/2006/relationships/hyperlink" Target="https://www.aihero.dev/skills-wizard" TargetMode="External"/><Relationship Id="rId3" Type="http://schemas.openxmlformats.org/officeDocument/2006/relationships/hyperlink" Target="https://www.aihero.dev/skills-to-questionnaire" TargetMode="External"/><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news/KI-Training-und-Urheberrecht-Heftiger-Streit-ueber-Daten-und-Lizenzen-11416611.html" TargetMode="External"/><Relationship Id="rId2" Type="http://schemas.openxmlformats.org/officeDocument/2006/relationships/hyperlink" Target="https://www.heise.de/news/Gefahr-durch-Sonnenstuerme-KI-Modell-sagt-aktive-Region-auf-Sonne-frueher-vorher-11415886.html"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openrouter.ai/blog/announcements/" TargetMode="External"/><Relationship Id="rId2" Type="http://schemas.openxmlformats.org/officeDocument/2006/relationships/hyperlink" Target="https://devops.com/github-copilots-latest-update-bets-on-model-choice-not-model-loyalty/" TargetMode="External"/><Relationship Id="rId3" Type="http://schemas.openxmlformats.org/officeDocument/2006/relationships/hyperlink" Target="https://www.telepolis.de/article/DeepSeek-vervielfacht-API-Preise-neues-Modell-glaenzt-nur-bei-Sicherheit-11414847.html" TargetMode="External"/><Relationship Id="rId4" Type="http://schemas.openxmlformats.org/officeDocument/2006/relationships/hyperlink" Target="https://the-decoder.de/neue-watermarking-api-von-anthropic-soll-ki-generierte-texte-von-claude-nachweisbar-machen/" TargetMode="Externa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18.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für Praxis, Regulierung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18.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Keine verlustfreie Umformulierung: Sophie Alperts Regeln für KI-gestütztes Schreiben</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Softwareentwicklerin Sophie Alpert formulierte eine interne Richtlinie für KI-gestütztes Schreiben, die Simon Willison am 11.08. verlinkte: Es gebe keine verlustfreie Transformation von Text, da jede KI-Umformulierung Gedanken verliert, die sie nicht kennt. Erlaubt sind Brainstorming, Entwurfshilfe und Korrekturlesen; nicht erlaubt sind unbearbeitete KI-Ausgaben oder lange Dokumente aus kurzen Prompts. Zentrale Regel: Man bleibt für jeden abgegebenen Satz selbst verantwortlich. Die Originalregel stammt bereits von Ende Juni, wurde aber erst durch Willisons Blogmark vom 11.08. in einer zugelassenen Quelle sichtbar.</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Der "/wizard"-Skill: KI schreibt das Setup-Skript, du führst es aus</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Matt Pocock (aihero.dev) beschreibt eine Technik gegen mühsame manuelle Setup-Prozesse: Der KI-Agent schreibt ein interaktives Bash-Skript, das Schritt für Schritt durch Dashboard-Konfiguration, Secrets-Anlage oder Migrationen führt und Eingaben automatisch in .env-Dateien oder GitHub-Secrets schreibt. Kernprinzip: Der Agent schreibt das Skript, führt es aber nie selbst aus - das übernimmt der Nutzer auf der eigenen Maschine. So bleibt der Agent nie im produktiven Pfad, während unklare Chat-Anweisungen durch ein nachvollziehbares, wiederverwendbares Skript ersetzt werden.</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aihero.dev</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Der "/to-questionnaire"-Skill: Entscheidungsfragen in einen Fragebogen für Dritte verwandeln</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Matt Pocock (aihero.dev) beschreibt einen Skill für Entscheidungen, die an fremdem Wissen scheitern: Ein zweiphasiges Interview klärt zunächst Empfänger und fehlende Informationen, dann erzeugt der Skill ein Markdown-Dokument mit nach Wichtigkeit sortierten, thematisch gruppierten Fragen inklusive "Ich weiß nicht"-Freiraum und Catch-all-Frage. Das fertige Dokument wird manuell per Slack, E-Mail oder Ticket an die richtige Person verteilt, statt Wissen in unstrukturierten Chat-Nachrichten zu suchen.</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aihero.dev</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18.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EU-Konsultation zu KI-Training und Urheberrecht: Heftiger Streit zwischen Tech-Branche und Kreativwirtschaft</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Die EU-Kommission überarbeitet im Rahmen einer Konsultation zur Copyright-Richtlinie von 2019 die Regeln für KI-Training mit urheberrechtlich geschütztem Material; 432 eingereichte Stellungnahmen zeigen tiefe Gräben. Tech-Verbände wie Bitkom, VDA und Anthropic warnen vor einer Lizenzpflicht, die kleinere Wettbewerber benachteilige; Kreativwirtschaft und Rechteinhaber (GEMA, Börsenverein) fordern ein Opt-in-System statt der bisherigen Opt-out-Regelung. Als Kompromiss bringt Wikimedia Deutschland eine gestärkte Forschungsausnahme und standardisierte robots.txt-Opt-outs ins Spiel, GEMA schlägt eine Output-Vergütung über Kollektivlizenzen vor.</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9" name="Text 7"/>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KI-Modell "EarlyDetect" sagt aktive Sonnenregionen vor Sonnenstürmen früher voraus</a:t>
            </a:r>
            <a:endParaRPr lang="en-US" sz="1500" dirty="0"/>
          </a:p>
        </p:txBody>
      </p:sp>
      <p:sp>
        <p:nvSpPr>
          <p:cNvPr id="10" name="Text 8"/>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Ein Team des New Jersey Institute of Technology hat das KI-Modell "EarlyDetect" entwickelt, das anhand von Veränderungen der Sonnenaktivität und ihres Magnetfelds aktive Regionen im Schnitt neun Stunden früher vorhersagt als bisherige Methoden. Überraschend verschlechterte das Herausfiltern vermeintlich unbedeutender Messsignale die Genauigkeit - mehr Eingangsdaten erwiesen sich als vorteilhaft. Die in "JGR: Machine Learning and Computation" veröffentlichte Studie räumt ein, dass das System wegen zu vieler Fehlalarme und teils späten Vorhersagen noch nicht einsatzreif ist; langfristig könnte eine frühere Erkennung Kommunikationsdienste und Stromnetze besser vor Sonnenstürmen schützen.</a:t>
            </a:r>
            <a:endParaRPr lang="en-US" sz="1200" dirty="0"/>
          </a:p>
        </p:txBody>
      </p:sp>
      <p:sp>
        <p:nvSpPr>
          <p:cNvPr id="11" name="Text 9">
            <a:hlinkClick r:id="rId2"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18.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OpenRouter stellt Activity Dashboard und Analytics API vor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(openrouter.ai)</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 Copilot Rückblicksartikel (Kimi K3, MAI-Code-1.1-Flash, Agent Plugins 1.0)</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(devops.com)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DeepSeek erhöht API-Preise für V4-Pro/V4-Flash</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(telepolis.de)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Anthropic kündigt Watermark-Detection-API an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2026-08-18T06:17:26Z</dcterms:created>
  <dcterms:modified xsi:type="dcterms:W3CDTF">2026-08-18T06:17:26Z</dcterms:modified>
</cp:coreProperties>
</file>