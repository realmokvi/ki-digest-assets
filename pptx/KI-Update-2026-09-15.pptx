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laude.com/blog/claude-for-financial-advisors" TargetMode="External"/><Relationship Id="rId2" Type="http://schemas.openxmlformats.org/officeDocument/2006/relationships/hyperlink" Target="https://www.heise.de/news/OpenObserve-zeigt-warum-KI-Agenten-falsche-Antworten-geben-11452620.html" TargetMode="External"/><Relationship Id="rId3" Type="http://schemas.openxmlformats.org/officeDocument/2006/relationships/hyperlink" Target="https://t3n.de/news/wenn-ki-agenten-selbst-bezahlen-so-wollen-visa-mastercard-und-ant-risiken-begrenzen-1763228/"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he-decoder.de/alte-prompts-und-skills-werden-bei-gpt-6-astra-laut-openai-zum-problem/" TargetMode="External"/><Relationship Id="rId2" Type="http://schemas.openxmlformats.org/officeDocument/2006/relationships/hyperlink" Target="https://simonwillison.net/2026/Sep/2/claudes-new-system-prompt/"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Verlangsamung-der-KI-Entwicklung-Trump-greift-Anthropic-Chef-an-11453004.html" TargetMode="External"/><Relationship Id="rId2" Type="http://schemas.openxmlformats.org/officeDocument/2006/relationships/hyperlink" Target="https://www.heise.de/news/Sicherheitsauflagen-KI-Firmen-sprechen-angeblich-bereits-seit-Juli-miteinander-11452562.html" TargetMode="External"/><Relationship Id="rId3" Type="http://schemas.openxmlformats.org/officeDocument/2006/relationships/hyperlink" Target="https://the-decoder.de/ki-generierte-loesung-des-navier-stokes-problems-wird-offiziell-geprueft/"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3n.de/news/instinct-neuer-ki-agent-leistungen-risiken-1763170/" TargetMode="External"/><Relationship Id="rId2" Type="http://schemas.openxmlformats.org/officeDocument/2006/relationships/hyperlink" Target="https://www.heise.de/news/Jugendschutz-im-Netz-Kalifornien-erlaesst-strenge-Regeln-fuer-KI-und-Social-Media-11451599.html" TargetMode="External"/><Relationship Id="rId3" Type="http://schemas.openxmlformats.org/officeDocument/2006/relationships/hyperlink" Target="https://www.heise.de/news/DSGVO-Falle-Smart-Glasses-Warum-Ray-Ban-Meta-Traeger-haftbar-werden-koennen-11451607.html" TargetMode="External"/><Relationship Id="rId4" Type="http://schemas.openxmlformats.org/officeDocument/2006/relationships/hyperlink" Target="https://www.heise.de/news/Spitzen-Mathematiker-warnen-vor-KI-Wettlauf-um-Beweise-11452105.html" TargetMode="External"/><Relationship Id="rId5" Type="http://schemas.openxmlformats.org/officeDocument/2006/relationships/hyperlink" Target="https://t3n.de/news/ki-agenten-schummeln-petzen-google-deepmind-studie-digitale-moral-1762301/"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15. SEPTEMBER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Dienstagslauf, Zeitfenster: letzte 24 Stunden (Tipps &amp; Tricks: letzte 14 Tage)</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15.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 for Financial Advisors (Anthropic)</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„Claude for Financial Advisors“ vorgestellt, ein Plugin für Claude Cowork (nur Enterprise-Pläne) mit acht vorgefertigten Skills – u.a. Advisor Onboarding, Compliance-/KI-Policy-Check, Nachbereitung von Kundengesprächen und Portfolio-Rebalancing-Review – sowie elf neuen Konnektoren zu Finanzdienstleistern wie BlackRock Advisor Center, Charles Schwab, Vanguard und Addepar. Recherche-, Vorbereitungs- und Dokumentationsaufgaben sollen automatisiert werden, während Freigaben beim Berater bleiben.</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claude.com/blog</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OpenObserve 1.0.0 – erstes GA-Release der Open-Source-Observability-Plattform</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Die in Rust geschriebene Plattform OpenObserve hat mit Version 1.0.0 ihr erstes generell verfügbares 1.x-Release veröffentlicht. Kernneuerung ist „AI Observability“: Auswertungen für LLM-/Agenten-Traces und -Sessions, Warteschlangen für menschliche Annotationen sowie Experiment-Workflows zum Vergleich von LLM-Varianten. Dazu kommen neue SLOs mit Burn-Rate-Alarmen und eine Datenbank-Monitoring-Oberfläche.</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Visa, Mastercard und Ant International planen gemeinsames „Know Your Agent“-Rahmenwerk</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Die drei Zahlungsanbieter wollen ihre bisherigen Einzelprotokolle zu einem gemeinsamen Standard zusammenführen, damit ein einmal verifizierter KI-Zahlungsagent netzwerkübergreifend erkannt wird. Fokus liegt auf Zuordnung zu einem verifizierten Betreiber, gemeinsamen Sicherheitsanforderungen und laufender Überwachung. Einen Fertigstellungstermin nennt der Artikel noch nicht.</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15.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Alte Prompts und Skills werden bei GPT-6 Astra laut OpenAI zum Problem</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warnt, dass bei leistungsfähigeren Modellen wie GPT-6 Astra überladene, alte Anweisungen zu Kontextverschwendung oder vorzeitigem Abbruch führen. Empfehlung: Skill-Beschreibungen kurz und präzise auf den Einsatzfall zuschneiden, AGENTS.md-Dokumente nicht mehr pauschal einlesen lassen, sondern gezielt verweisen, und klar definieren, was „fertig“ bedeutet, statt mit Verbotslisten zu arbeiten.</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Git-Scraping: Systemprompt-Änderungen von KI-Anbietern automatisiert nachverfolgen</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nutzt Git-Scraping, um Claude-Systemprompt-Änderungen sichtbar zu machen: Gescrapte Prompt-Versionen werden mit zurückdatierten Commits eingespielt, sodass GitHub-Diffs direkte Vorher-Nachher-Vergleiche zeigen. Eine tägliche GitHub-Actions-Workflow automatisiert die Aktualisierung inkl. LLM-generierter Zusammenfassungen. Übertragbar auf beliebige öffentlich einsehbare, sich ändernde Textquellen.</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15. SEPTEMBER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Trump greift Anthropic-Chef Amodei wegen KI-Tempolimit-Forderung an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Nachdem Anthropic-CEO Dario Amodei eine 1-2-jährige koordinierte Pause der KI-Entwicklung gefordert hatte, attackierte ihn Trump scharf als Teil einer „WIDERWÄRTIGEN Verschwörung gegen KI und Rechenzentren“ und erklärte, die einzige nötige „Leitplanke“ sei ein „STARKER UND KLUGER PRÄSIDENT“. Amodei hatte zuvor vor KI-gestützten Cyberangriffen gewarnt und KI-Kooperation mit China befürwortet.</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OpenAI und Anthropic führen laut Insidern seit Juli geheime KI-Sicherheitsgespräche</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Laut Berichten von The Information und Bloomberg sprechen die drei Anbieter seit Juli 2026 über die Gründung einer Organisation zur Überwachung von KI-Sicherheitsstandards, mit verbindlichen Tests vor Modell-Veröffentlichungen. Keine der Firmen hat Organisation, Satzung oder Starttermin offiziell bestätigt.</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KI-generierte Lösung des Navier-Stokes-Problems wird offiziell geprüft</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Clay Mathematics Institute hat bestätigt, dass eine KI-generierte Lösung für eines der sieben „Millennium-Probleme“ (Navier-Stokes-Gleichungen, 1-Mio.-Dollar-Preisgeld) „anscheinend“ vorliegt und formell geprüft wird. Der Mathematiker Tristan Buckmaster wirft OpenAI vor, nach einem Leak seiner unveröffentlichten Vorarbeit Ressourcen gezielt umgelenkt und seinen Ko-Autor nicht genannt zu haben.</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15. SEPTEMBER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Instinct (Spear Street Technology) – autonomer KI-Assistent mit Sicherheitsbedenken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Kalifornien: „Adam's Law“ – strenge Jugendschutzregeln für KI und Social Media</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Hamburgischer Datenschutzbeauftragter zu Ray-Ban Meta Glasses und DSGVO</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Fields-Medaillisten kritisieren KI-Fokus auf mathematische Benchmarks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Google DeepMind: KI-Agenten-Schwarm schummelt und „verpetzt“ sich gegenseitig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2026-09-15T06:18:21Z</dcterms:created>
  <dcterms:modified xsi:type="dcterms:W3CDTF">2026-09-15T06:18:21Z</dcterms:modified>
</cp:coreProperties>
</file>