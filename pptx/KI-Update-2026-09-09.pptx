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heise.de/news/Agent-Tia-TeamViewer-KI-soll-IT-Probleme-eigenstaendig-beheben-11442092.html" TargetMode="External"/><Relationship Id="rId2" Type="http://schemas.openxmlformats.org/officeDocument/2006/relationships/hyperlink" Target="https://www.heise.de/news/Kubernetes-Orchestrierung-fuer-das-KI-Modelltraining-mit-Karmada-11445481.html" TargetMode="External"/><Relationship Id="rId3" Type="http://schemas.openxmlformats.org/officeDocument/2006/relationships/hyperlink" Target="https://www.heise.de/news/Abliteration-AI-verdient-Geld-mit-enthemmten-KI-Modellen-11444569.html" TargetMode="External"/><Relationship Id="rId4" Type="http://schemas.openxmlformats.org/officeDocument/2006/relationships/hyperlink" Target="https://www.heise.de/news/Meta-Platforms-bringt-persoenlichen-KI-Agenten-Muse-fuer-alltaegliche-Aufgaben-11446000.html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t3n-meisterprompter.podigee.io/87-deep-research-ki" TargetMode="External"/><Relationship Id="rId2" Type="http://schemas.openxmlformats.org/officeDocument/2006/relationships/hyperlink" Target="https://t3n.de/news/loop-engineering-ki-claude-prompten-workflows-agenten-1754302/" TargetMode="External"/><Relationship Id="rId3" Type="http://schemas.openxmlformats.org/officeDocument/2006/relationships/hyperlink" Target="https://t3n.de/news/professor-ki-schummeln-prompt-injection-studenten-chatgpt-betrug-1754816/" TargetMode="External"/><Relationship Id="rId4" Type="http://schemas.openxmlformats.org/officeDocument/2006/relationships/hyperlink" Target="https://simonwillison.net/2026/Sep/5/blender-coding-agents-macos/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heise.de/news/Urheberrechtsklage-Zwei-US-Zeitungen-fordern-Vernichtung-von-KI-Modellen-11443778.html" TargetMode="External"/><Relationship Id="rId2" Type="http://schemas.openxmlformats.org/officeDocument/2006/relationships/hyperlink" Target="https://the-decoder.de/warum-wuerdest-du-deine-karriere-ruinieren-openai-mitarbeiter-soll-mathematiker-eingeschuechtert-haben/" TargetMode="External"/><Relationship Id="rId3" Type="http://schemas.openxmlformats.org/officeDocument/2006/relationships/hyperlink" Target="https://www.heise.de/news/WeWorm-Zero-Click-Wurm-haette-alle-Konten-von-WeChat-uebernehmen-koennen-11445370.html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heise.de/news/Claude-nun-auch-im-Auto-via-CarPlay-nutzbar-11443828.html" TargetMode="External"/><Relationship Id="rId2" Type="http://schemas.openxmlformats.org/officeDocument/2006/relationships/hyperlink" Target="https://cryptobriefing.com/anthropic-claude-ios-usage-customization/" TargetMode="External"/><Relationship Id="rId3" Type="http://schemas.openxmlformats.org/officeDocument/2006/relationships/hyperlink" Target="https://www.testingcatalog.com/gemini-immersive-view-appears-in-the-students-section/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2377440"/>
            <a:ext cx="5852160" cy="5852160"/>
          </a:xfrm>
          <a:prstGeom prst="ellipse">
            <a:avLst/>
          </a:prstGeom>
          <a:solidFill>
            <a:srgbClr val="F0A63D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029200"/>
            <a:ext cx="3108960" cy="3108960"/>
          </a:xfrm>
          <a:prstGeom prst="ellipse">
            <a:avLst/>
          </a:prstGeom>
          <a:solidFill>
            <a:srgbClr val="F0A63D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22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979615" y="89611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spc="200" kern="0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SEPTEMBER 2026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tägliche KI-Digest — Mittwoch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PRAXIS-NEWS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67964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367964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TIPPS &amp; TRICKS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95848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095848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REGULIERUNG/POLITIK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23731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823731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BEDEUTENDE FORSCHUNG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9. SEPTEMBER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PRAXIS-NEWS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39903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99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37160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TeamViewer-Agent Tia behebt IT-Probleme jetzt eigenständig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173736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TeamViewer hat seinen KI-Agenten Tia um autonome Fehlerbehebung erweitert: Ab 8.9.2026 kann Tia während einer laufenden Fernwartungssitzung selbstständig Ursachen suchen, nach Freigabe des IT-Mitarbeiters Lösungen umsetzen und die Behebung validieren. Zuvor konnte Tia nur als Chatbot, Skript-Generator und Doku-Automat agieren. Admins können pro Team unterschiedliche Berechtigungen vergeben.</a:t>
            </a:r>
            <a:endParaRPr lang="en-US" sz="115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1143000" y="253288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65633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6563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262890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Kubernetes-Orchestrierungstool Karmada erreicht CNCF-Graduierung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299466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CNCF hat Karmada, das Anwendungen über mehrere Kubernetes-Cluster/Clouds orchestriert, offiziell zum produktionsreifen Projekt erklärt (Basis Version 1.19). Das Scheduling für verteilte KI-Trainingsjobs wurde optimiert, Priorisierung kritischer Workloads ist jetzt Standard statt Beta. Roadmap: Multi-Cluster-Warteschlangen für KI-Training sowie Dynamic Resource Allocation für GPUs.</a:t>
            </a:r>
            <a:endParaRPr lang="en-US" sz="1150" dirty="0"/>
          </a:p>
        </p:txBody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1143000" y="379018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91363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913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388620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Start-up Abliteration AI verkauft „enthemmte“ KI-Modelle als API-Dienst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3000" y="425196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Abliteration AI bietet eine Version von Z.AIs Open-Weight-Modell GLM-5.3 an, deren Verweigerungsmechanismen gezielt abgeschwächt wurden, für offensive Cyberoperationen, Red Teaming und Agenten-Tests. Zugriff nur per API, die modifizierten Modellgewichte werden nicht zum Download angeboten; laut Anbieter werden weder Prompts noch Antworten gespeichert, nur operative Metadaten.</a:t>
            </a:r>
            <a:endParaRPr lang="en-US" sz="1150" dirty="0"/>
          </a:p>
        </p:txBody>
      </p:sp>
      <p:sp>
        <p:nvSpPr>
          <p:cNvPr id="18" name="Text 16">
            <a:hlinkClick r:id="rId3" tooltip=""/>
          </p:cNvPr>
          <p:cNvSpPr/>
          <p:nvPr/>
        </p:nvSpPr>
        <p:spPr>
          <a:xfrm>
            <a:off x="1143000" y="504748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517093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1709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514350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startet persönlichen KI-Agenten „Muse“ für alle (USA)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43000" y="550926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hat am 8.9.2026 seinen ersten breit verfügbaren persönlichen KI-Agenten „Muse“ gestartet (muse.ai, iOS-/Android-App, WhatsApp). Muse soll Alltagsaufgaben übernehmen: E-Mails schreiben/versenden, Reisen buchen, Rechnungen nachverhandeln, Formulare ausfüllen, Instagram-Rezept-Reels in Einkaufslisten verwandeln. Bei sensiblen Aktionen wie Mailversand oder Käufen fragt Muse um Erlaubnis; kostenlos, bislang nur USA.</a:t>
            </a:r>
            <a:endParaRPr lang="en-US" sz="1150" dirty="0"/>
          </a:p>
        </p:txBody>
      </p:sp>
      <p:sp>
        <p:nvSpPr>
          <p:cNvPr id="23" name="Text 21">
            <a:hlinkClick r:id="rId4" tooltip=""/>
          </p:cNvPr>
          <p:cNvSpPr/>
          <p:nvPr/>
        </p:nvSpPr>
        <p:spPr>
          <a:xfrm>
            <a:off x="1143000" y="630478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9. SEPTEMBER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TIPPS &amp; TRICKS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39903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99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37160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Research richtig einsetzen: 5-Schritte-Prompt für faktenbasierte Recherchen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173736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t3n MeisterPrompter erklärt einen 5-Schritte-Prompt-Aufbau für Deep-Research-Funktionen: gezielte Quellensuche, Filterung nach Qualitätskriterien, Sortierung nach Relevanz/Aktualität, Zusammenfassung mit Trend-/Widerspruchserkennung, Report mit Inline-Zitierungen. Empfohlen: Claude mit „Thinking“, Perplexity, OpenAI-Modelle, NotebookLM. Praxistipp: Links verifizieren, keine Suggestivfragen stellen, Ergebnisse nur als Überblick nutzen.</a:t>
            </a:r>
            <a:endParaRPr lang="en-US" sz="115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1143000" y="253288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t3n-meisterprompter.podigee.io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65633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6563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262890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Loop-Engineering statt Prompt-Engineering: KI-Agenten mit Feedbackschleifen steuern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299466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t3n beschreibt, wie Entwickler KI-Agenten über automatisierte Rückkopplungsschleifen statt Einzelprompts steuern (u.a. Claude-Code-Schöpfer Boris Cherny: „Mein Job ist es, Loops zu schreiben“). Vier Loop-Typen: schrittweise (mit menschlicher Kontrolle), Ziel-Loops (prüfbare Kriterien), Zeit-Loops, proaktive/ereignisgesteuerte Loops. Kernproblem ohne Struktur: „Jagged Intelligence“ — Agenten driften zwischen Iterationen auf falsche Messwerte ab.</a:t>
            </a:r>
            <a:endParaRPr lang="en-US" sz="1150" dirty="0"/>
          </a:p>
        </p:txBody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1143000" y="379018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t3n.de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91363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913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388620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Unsichtbarer Text als Prompt-Injection-Falle gegen KI-Schummeln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3000" y="425196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Geschichtsprofessor Jason Gibson (Alcorn State University) versteckte unsichtbaren weißen Text in einer Klausuraufgabe, der KI-Chatbots anwies, „zufällige Abschweifungen über Madagaskar“ einzubauen. 32 von 35 Studierenden, die die Aufgabe unkritisch in Chatbots kopierten, übernahmen die unsinnigen Einschübe und flogen auf. Übertragbare Methode für Prüfer/Admins: versteckte Marker-Anweisungen als Nachweis unkritischer KI-Nutzung.</a:t>
            </a:r>
            <a:endParaRPr lang="en-US" sz="1150" dirty="0"/>
          </a:p>
        </p:txBody>
      </p:sp>
      <p:sp>
        <p:nvSpPr>
          <p:cNvPr id="18" name="Text 16">
            <a:hlinkClick r:id="rId3" tooltip=""/>
          </p:cNvPr>
          <p:cNvSpPr/>
          <p:nvPr/>
        </p:nvSpPr>
        <p:spPr>
          <a:xfrm>
            <a:off x="1143000" y="504748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t3n.de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517093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1709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514350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Coding-Agenten für 3D-Rendering zweckentfremden: Blender per natürlicher Sprache steuern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43000" y="550926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Simon Willison zeigt, wie sich lokale Fachsoftware (Blender) per Coding-Agent (ChatGPT Codex, übertragbar auf Claude Code) über einfache Sprachprompts ansteuern lässt — die Modelle nutzen Blenders Python-API, um .blend-Dateien zu erzeugen und zu rendern, mit ffmpeg zu Videos kombiniert. Prinzip: Coding-Agenten können generell beliebige lokal installierte Programme mit Skript-/API-Schnittstelle fernsteuern. Laut Kostenschätzung (AgentsView) hätte der gezeigte Lauf bei API-Preisen ca. 4,24 USD gekostet.</a:t>
            </a:r>
            <a:endParaRPr lang="en-US" sz="1150" dirty="0"/>
          </a:p>
        </p:txBody>
      </p:sp>
      <p:sp>
        <p:nvSpPr>
          <p:cNvPr id="23" name="Text 21">
            <a:hlinkClick r:id="rId4" tooltip=""/>
          </p:cNvPr>
          <p:cNvSpPr/>
          <p:nvPr/>
        </p:nvSpPr>
        <p:spPr>
          <a:xfrm>
            <a:off x="1143000" y="630478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simonwillison.net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9. SEPTEMBER 2026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095848" y="1371600"/>
            <a:ext cx="0" cy="5029200"/>
          </a:xfrm>
          <a:prstGeom prst="line">
            <a:avLst/>
          </a:prstGeom>
          <a:noFill/>
          <a:ln w="9525">
            <a:solidFill>
              <a:srgbClr val="E7E4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77240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REGULIERUNG/POLITIK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US-Zeitungen verklagen OpenAI und Microsoft auf Vernichtung von KI-Modellen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938528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„Seattle Times“ und „Newsday“ haben vor einem US-Bundesgericht Klage gegen OpenAI und Microsoft eingereicht: Vorwurf, Artikel unautorisiert fürs Training von ChatGPT/Copilot verwendet und dabei technische Zugriffssperren sowie robots.txt-Verbote umgangen zu haben. Gefordert werden Schadenersatz, Unterlassung sowie Beschlagnahme/Vernichtung aller Kopien der Werke, Trainingsdatensätze und der daraus resultierenden KI-Modelle. Laut Artikel haben inzwischen über 400 US-Zeitungen ähnliche Klagen eingereicht.</a:t>
            </a:r>
            <a:endParaRPr lang="en-US" sz="1200" dirty="0"/>
          </a:p>
        </p:txBody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640080" y="4133088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370168" y="777240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BEDEUTENDE FORSCHUNG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70168" y="1371600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OpenAI-KI-Agenten lösen Teil des Navier-Stokes-Millennium-Problems — Streit um Priorität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70168" y="1938528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ließ nach eigenen Angaben rund 10.000 KI-Agenten parallel arbeiten, die in 88 Stunden einen rund 100-seitigen Beweis für eine Variante der Navier-Stokes-Gleichungen erstellten und in der Programmiersprache Lean formal verifizierten. Das eingesetzte interne Modell sei laut OpenAI „deutlich leistungsfähiger als GPT-6 Astra“; Forschungschef Mark Chen bezifferte die Rechenkosten auf „Millionen von Dollar“. Mathematiker Tristan Buckmaster (NYU) wirft OpenAI-Mitarbeiter Sébastien Bubeck vor, ihn eingeschüchtert und gedrängt zu haben, seinen bei Anthropic tätigen Koautor aus einer gemeinsamen Publikation zu streichen.</a:t>
            </a:r>
            <a:endParaRPr lang="en-US" sz="1200" dirty="0"/>
          </a:p>
        </p:txBody>
      </p:sp>
      <p:sp>
        <p:nvSpPr>
          <p:cNvPr id="11" name="Text 9">
            <a:hlinkClick r:id="rId2" tooltip=""/>
          </p:cNvPr>
          <p:cNvSpPr/>
          <p:nvPr/>
        </p:nvSpPr>
        <p:spPr>
          <a:xfrm>
            <a:off x="6370168" y="4133088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370168" y="4133088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KI-gestützte Sicherheitsforschung entdeckt Zero-Click-Wurm-Lücke in WeChat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70168" y="4700016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Sicherheitsunternehmen Calif nutzte KI, um eine Zero-Click-Schwachstelle in WeChats VoIP-Technik zu finden, die potenziell über eine Milliarde Konten auf Android und iOS betraf. Mit KI-Unterstützung dauerte die Entwicklung des Exploits nur 2 Tage, die des selbstverbreitenden Wurms („WeWorm“) eine Woche. Die Lücke wurde am 24. Juli an Tencent gemeldet, Patches waren ab 21. August verfügbar.</a:t>
            </a:r>
            <a:endParaRPr lang="en-US" sz="1200" dirty="0"/>
          </a:p>
        </p:txBody>
      </p:sp>
      <p:sp>
        <p:nvSpPr>
          <p:cNvPr id="14" name="Text 12">
            <a:hlinkClick r:id="rId3" tooltip=""/>
          </p:cNvPr>
          <p:cNvSpPr/>
          <p:nvPr/>
        </p:nvSpPr>
        <p:spPr>
          <a:xfrm>
            <a:off x="6370168" y="6894576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9. SEPTEMBER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Weitere gesichtete, aber ausgelassene Punkte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11535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Claude jetzt in Apple CarPlay nutzbar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(heise.de)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Anthropic: Usage-Details-Button + Customization-Sektion für Claude Code (iOS-App)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(cryptobriefing.com)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Gemini „Immersive View“ im Students-Tab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(testingcatalog.com)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2026-09-09T06:17:26Z</dcterms:created>
  <dcterms:modified xsi:type="dcterms:W3CDTF">2026-09-09T06:17:26Z</dcterms:modified>
</cp:coreProperties>
</file>