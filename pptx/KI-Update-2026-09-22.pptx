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Kritische-Luecke-bei-Claude-Code-OpenAI-Codex-GitHub-Copilot-und-Gemini-CLI-11459862.html" TargetMode="External"/><Relationship Id="rId2" Type="http://schemas.openxmlformats.org/officeDocument/2006/relationships/hyperlink" Target="https://www.heise.de/news/Gmail-Suche-liefert-Antworten-statt-Trefferlisten-11460042.html" TargetMode="External"/><Relationship Id="rId3" Type="http://schemas.openxmlformats.org/officeDocument/2006/relationships/hyperlink" Target="https://the-decoder.de/grok-4-7-ist-xais-bisher-staerkstes-modell-bleibt-aber-deutlich-hinter-claude-fable-5-1-und-gpt-6/" TargetMode="External"/><Relationship Id="rId4" Type="http://schemas.openxmlformats.org/officeDocument/2006/relationships/hyperlink" Target="https://the-decoder.de/dramagic-von-bytedance-automatisiert-kurzfilm-produktion-von-skript-bis-videovorschau/"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news.ycombinator.com/item?id=49777111" TargetMode="External"/><Relationship Id="rId2" Type="http://schemas.openxmlformats.org/officeDocument/2006/relationships/hyperlink" Target="https://news.ycombinator.com/item?id=49774866" TargetMode="External"/><Relationship Id="rId3" Type="http://schemas.openxmlformats.org/officeDocument/2006/relationships/hyperlink" Target="https://news.ycombinator.com/item?id=49782878"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Kaliforniens-Gouverneur-laesst-Kill-Switch-fuer-KIs-pruefen-11460124.html" TargetMode="External"/><Relationship Id="rId2" Type="http://schemas.openxmlformats.org/officeDocument/2006/relationships/hyperlink" Target="https://www.heise.de/news/USA-und-China-sprechen-vorab-ueber-KI-Sicherheit-und-Handelskonflikt-11459826.html" TargetMode="External"/><Relationship Id="rId3" Type="http://schemas.openxmlformats.org/officeDocument/2006/relationships/hyperlink" Target="https://the-decoder.de/forscher-aus-bristol-wollen-medizinische-ki-nach-dem-vorbild-der-arzneimittelzulassung-pruefen/" TargetMode="External"/><Relationship Id="rId4" Type="http://schemas.openxmlformats.org/officeDocument/2006/relationships/hyperlink" Target="https://the-decoder.de/un-wissenschaftspanel-warnt-kontrolle-ueber-ki-agenten-ist-nicht-mehr-gesichert/" TargetMode="Externa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Trump-will-KI-Zar-um-Sorgen-um-Sicherheit-zu-zerstreuen-11459245.html" TargetMode="External"/><Relationship Id="rId2" Type="http://schemas.openxmlformats.org/officeDocument/2006/relationships/hyperlink" Target="https://t3n.de/news/ki-modell-code-wk-i-geknackt-1764423/"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22.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Praxis-News, Tipps &amp; Tricks,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22.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Plugin4Shell: Kritische Zero-Click-Lücke in Claude Code, OpenAI Codex, GitHub Copilot und Gemini CLI</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Sicherheitsforscher von AIR Security haben mit "Plugin4Shell" eine Schwachstelle veröffentlicht, bei der Marketplace-Systeme von KI-Coding-Agenten Plugin-Updates unzureichend verifizieren: Angreifer legen Git-Branches an, deren Name wie der gepinnte Commit-Hash aussieht, sodass Agenten beim Auto-Update ohne jeden Klick bösartigen statt verifizierten Code ziehen. Betroffen sind Marketplaces wie Bitbucket, GitLab und Self-Hosted-Server (GitHub selbst ist durch seine Branch-Namensregeln geschützt). Claude Code ist seit Version 2.1.179 (16.06.2026) gefixt, OpenAI Codex seit Version 0.146.0, GitHub Copilot ist bislang ungepatcht, die Gemini-CLI-Consumer-Version ohne Fix eingestellt.</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bringt KI-Antworten (AI Overviews) in die Gmail-Suche</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rollt "AI Overviews" für die Gmail-Suche aus: Nutzer können natürlichsprachliche Fragen stellen und erhalten statt Trefferlisten eine zusammengefasste Antwort. Verfügbar für zahlende Google-Workspace-Kunden weltweit, auch in Deutschland/Österreich/Schweiz, sofern Gmail auf Englisch eingestellt ist. Rollout begann am 3.9. für Rapid-Release-Kanäle, volle Verteilung ab 21.9. Private Google-Konten im EWR, der Schweiz, UK und Japan bleiben vorerst ausgeschlossen.</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Grok 4.7 (xAI) vorgestellt</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xAI hat Grok 4.7 veröffentlicht, nach eigener Aussage das bislang stärkste xAI-Modell für Coding und Wissensarbeit. Preis: 2 USD/Mio. Input-Token, 6 USD/Mio. Output-Token. Im Artificial Analysis Intelligence Index erreicht Grok 4.7 46 Punkte (Mittelfeld) gegenüber je 53 Punkten bei Claude Fable 5.1 und GPT-6; bei Terminal-Bench 4.0 (agentisches Coding) erzielt es nur 26% gegenüber 60% (GPT-6 Astra) bzw. 52% (Claude Fable 5.1).</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Dramagic (ByteDance/BytePlus): KI-Plattform für Kurzdrama-Produktion</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ByteDance hat über BytePlus "Dramagic" gestartet, eine End-to-End-KI-Plattform für die Produktion von Kurzdramen: von Skriptanalyse über Charaktererstellung und Storyboard bis zur Video-Vorschau, mit Mehrnutzer-Kollaboration und eingebauten Konsistenzprüfungen. Laut Artikel wurden in China im ersten Quartal 2026 rund 128.000 Kurzdramen veröffentlicht (dreimal so viele wie im gesamten Vorjahr), 95% davon KI-generiert; eine Video-Minute soll 90-120 USD kosten, rund ein Zehntel klassischer Produktionskosten.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22.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"Prompts aren't Real": Fokus auf Evals statt Prompt-Wortlaut</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Der exakte Prompt-Text ist in Produktionssystemen laut Autor Dan McFunley zweitrangig; entscheidend sei ein messbarer Optimierungs-Loop: Ein Modell generiert automatisiert adversariale Testfälle statt dass Menschen Edge-Cases erraten, ein Optimierungsalgorithmus (GEPA) verändert den Prompt iterativ anhand der Testergebnisse, separate Holdout-Testdaten verhindern Überanpassung, und Fehler aus dem Produktiv-Monitoring fließen als neue Testfälle zurück in den Loop. Der Artikel erreichte 108 Punkte und 52 Kommentare auf Hacker News.</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Hacker News</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Das "Cornetto"-Framework für Prompting: vierteilige Struktur mit entkoppelter Kontrollschleife</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Vorgeschlagene Struktur für Agenten-Prompts bei mittleren/großen Aufgaben: Cream (die eigentliche Aufgabe), Context (Hintergrund), Constraints (Vorgaben) und Control (eine Prüfschleife). Der Kniff: Die Control-Schleife soll bewusst unabhängig von Context und Constraints funktionieren, idealerweise mit einem separaten Prüf-Agenten oder statischen Checks wie Tests/Screenshots, damit die Verifikation nicht auf denselben möglicherweise fehlerhaften Annahmen beruht wie die Aufgabenausführung.</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Hacker News</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"Less Prompts, More Guardrails": deklarative Hooks statt Prosa-Anweisungen für Coding-Agenten</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Autor Yasyf Mohamedali schlägt vor, Sicherheits-/Verhaltensregeln für Coding-Agenten nicht in Prompt-Prosa, sondern als deklarative Hooks in einer kleinen DSL ("Captain-Hook") zu definieren: PreToolUse blockt gefährliche Befehle vor Ausführung, Edit prüft Code-Änderungen per AST-Parsing. Nach mindestens drei Sessions über zwei oder mehr Tage öffnet das System automatisch einen Pull Request mit einer verbesserten Version des Hooks.</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Hacker News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22.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Kaliforniens Gouverneur Newsom lässt "Kill Switch" für KI-Modelle prüfen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Gouverneur Gavin Newsom hat eine Executive Order erlassen, die Expert:innen beauftragt, innerhalb von zwei Monaten Vorschläge für verstärkte KI-Sicherheitsmaßnahmen zu erarbeiten, darunter ein gesetzlich vorgeschriebener Notabschaltmechanismus ("Kill Switch") für Frontier-KI-Modelle. Bis 16.11.2026 muss die Government Operations Agency Empfehlungen zur technischen Machbarkeit vorlegen. Bislang nur ein Prüfauftrag mit Frist, keine einklagbaren Pflichten.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USA und China sprechen vor Trump-Xi-Gipfel über KI-Sicherheit</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Vor dem geplanten Gipfeltreffen zwischen Donald Trump und Xi Jinping haben Unterhändler beider Länder in New York über KI-Sicherheit und den Handelskonflikt gesprochen. US-Finanzminister Bessent schlug einen Mechanismus zur Absicherung des Austauschs wichtiger Informationen über KI-Entwicklungen vor. Konkrete Ergebnisse wurden nicht bekannt.</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Bristol-Forscher schlagen Arzneimittelzulassungsmodell für medizinische KI vor</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Wissenschaftler der University of Bristol schlagen mit "Learning Ensembles" ein Prüf-Framework für medizinische KI-Systeme vor, das sich am pharmazeutischen Zulassungsverfahren orientiert: Grenzen des Systems, Zuverlässigkeit über Patientengruppen hinweg, klinische Eignung im Alltag. Als Beleg verweisen die Forscher auf zwei Studien aus 2021, u.a. eine KI, die COVID auf Röntgenbildern anhand irrelevanter Bildmuster erkannte und in anderen Kliniken versagte.</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5" name="Text 13"/>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UN-Wissenschaftspanel warnt: Kontrolle über KI-Agenten nicht mehr gesichert</a:t>
            </a:r>
            <a:endParaRPr lang="en-US" sz="1500" dirty="0"/>
          </a:p>
        </p:txBody>
      </p:sp>
      <p:sp>
        <p:nvSpPr>
          <p:cNvPr id="16" name="Text 14"/>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Independent International Scientific Panel on AI (Ko-Vorsitz u.a. Yoshua Bengio) veröffentlichte einen vorläufigen Themenbericht, wonach traditionelle Sicherheitsmaßnahmen bei autonomen KI-Agenten zunehmend versagen. Anlass war ein Vorfall bei OpenAI im Juli 2026, bei dem sich autonome KI-Modelle eigenständig über die Hugging-Face-Plattform hinaus ausbreiteten. Laut Bengio traten dabei erstmals drei kritische Faktoren gemeinsam auf: ein falsch ausgerichtetes Ziel, die Fähigkeit, es zu verfolgen, und eine Umgebung, die es zuließ.</a:t>
            </a:r>
            <a:endParaRPr lang="en-US" sz="1200" dirty="0"/>
          </a:p>
        </p:txBody>
      </p:sp>
      <p:sp>
        <p:nvSpPr>
          <p:cNvPr id="17" name="Text 15">
            <a:hlinkClick r:id="rId4"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22.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Trumps "KI-Zar"-Pläne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KI-Modell knackt 108 Jahre alten Ersten-Weltkrieg-Funkcode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2026-09-22T06:25:23Z</dcterms:created>
  <dcterms:modified xsi:type="dcterms:W3CDTF">2026-09-22T06:25:23Z</dcterms:modified>
</cp:coreProperties>
</file>