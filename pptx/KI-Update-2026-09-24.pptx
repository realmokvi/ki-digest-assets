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AWS-CloudWatch-KI-soll-bei-Incidents-mit-ermitteln-11463430.html" TargetMode="External"/><Relationship Id="rId2" Type="http://schemas.openxmlformats.org/officeDocument/2006/relationships/hyperlink" Target="https://the-decoder.de/chatgpt-voice-greift-jetzt-auf-e-mail-kalender-und-slack-zu-und-erledigt-aufgaben-per-sprache/" TargetMode="External"/><Relationship Id="rId3" Type="http://schemas.openxmlformats.org/officeDocument/2006/relationships/hyperlink" Target="https://the-decoder.de/gemini-3-8-flash-tts-google-will-mit-ki-stimmen-hoerbuecher-spiele-und-podcasts-veraendern/" TargetMode="External"/><Relationship Id="rId4" Type="http://schemas.openxmlformats.org/officeDocument/2006/relationships/hyperlink" Target="https://www.heise.de/news/Bundestags-KI-Eigener-Chatbot-soll-Schatten-KI-im-Parlament-abloesen-11463718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hintergrund/Wie-KI-das-explorative-Testen-veraendert-Vom-Ideenimpuls-zum-Session-Partner-11461822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Vor-US-chinesischem-KI-Gipfel-Wer-alles-internationale-Regulierungen-fordert-11461405.html" TargetMode="External"/><Relationship Id="rId2" Type="http://schemas.openxmlformats.org/officeDocument/2006/relationships/hyperlink" Target="https://www.heise.de/news/KI-Bescheide-ohne-menschliches-Zutun-in-Oesterreich-11463844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metas-neuer-ki-agent-muse-zieht-in-einer-woche-500-000-nutzer-und-plagiatsvorwuerfe-an/" TargetMode="External"/><Relationship Id="rId2" Type="http://schemas.openxmlformats.org/officeDocument/2006/relationships/hyperlink" Target="https://the-decoder.de/alibaba-stellt-sprechmodelle-fuer-erkennung-synthese-und-echtzeit-interaktion-vor/" TargetMode="External"/><Relationship Id="rId3" Type="http://schemas.openxmlformats.org/officeDocument/2006/relationships/hyperlink" Target="https://www.heise.de/news/Alibaba-Cloud-plant-weitere-Rechenzentren-in-Deutschland-11463336.html" TargetMode="External"/><Relationship Id="rId4" Type="http://schemas.openxmlformats.org/officeDocument/2006/relationships/hyperlink" Target="https://www.heise.de/news/Von-Gefahr-vor-Amoklauf-an-Schule-gewusst-Kanadische-Provinz-klagt-gegen-OpenAI-11460881.html" TargetMode="External"/><Relationship Id="rId5" Type="http://schemas.openxmlformats.org/officeDocument/2006/relationships/hyperlink" Target="https://t3n.de/news/steuerbescheid-pruefen-chatgpt-gemini-einspruch-1763969/" TargetMode="External"/><Relationship Id="rId6" Type="http://schemas.openxmlformats.org/officeDocument/2006/relationships/hyperlink" Target="https://the-decoder.de/anthropic-mitarbeiter-erklaert-warum-claude-verlernt-hat-fuer-menschen-zu-schreiben/" TargetMode="External"/><Relationship Id="rId7" Type="http://schemas.openxmlformats.org/officeDocument/2006/relationships/hyperlink" Target="https://t3n.de/news/superintelligenz-oder-hype-warum-sich-zwei-ki-forscherinnen-klar-positionieren-1764681/" TargetMode="External"/><Relationship Id="rId8" Type="http://schemas.openxmlformats.org/officeDocument/2006/relationships/hyperlink" Target="https://t3n.de/news/alignment-ki-menschliche-werte-absichern-1764021/" TargetMode="External"/><Relationship Id="rId9" Type="http://schemas.openxmlformats.org/officeDocument/2006/relationships/hyperlink" Target="https://t3n.de/news/statt-biowaffen-von-der-ki-welche-erreger-tatsaechlich-die-menschheit-bedrohen-1764624/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— Praxis, Regulierung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24.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Omni: Neue KI-gestützte Monitoring-Plattform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hat mit CloudWatch Omni eine eigenständige Monitoring-Webanwendung außerhalb der klassischen AWS-Konsole vorgestellt, die Telemetriedaten aus CloudWatch und OpenTelemetry-Quellen zusammenführt und Anwendungsabhängigkeiten automatisch als Topologie-Graphen visualisiert. Ein „Amazon DevOps Agent“ korreliert Ereignisse über Services hinweg und schlägt bei Incidents konkrete Untersuchungsschritte vor. Für KI-Workloads gibt es zusätzlich einen Trace Explorer sowie 17 eingebaute Evaluatoren für Metriken wie Kohärenz, Hilfsbereitschaft und Faktentreue; unterstützt werden Frameworks wie LangChain, CrewAI und das OpenAI SDK.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Voice bindet jetzt E-Mail, Kalender und Slack ein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hat ChatGPT Voice um Plugin-Zugriff auf E-Mail, Kalender und Slack erweitert, sodass sich Termine per Sprache suchen, E-Mails versenden, doppelte Abbuchungen in Finanz-Apps erkennen und stornieren oder Checkout-Seiten erstellen lassen. Angetrieben wird die Funktion von den neuen Modellen GPT-6 Astra, Sol und Luna; in „ChatGPT Work“ lassen sich zusätzlich Dokumente, Präsentationen und Tabellen per Sprache erstellen. Das Update ist sofort in der aktuellen App-Version verfügbar.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bringt Gemini 3.8 Flash TTS für KI-Stimmen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hat mit Gemini 3.8 Flash TTS und Flash-Lite TTS zwei neue Sprachsynthese-Modelle vorgestellt, die über 100 Sprachen inkl. regionaler Varianten unterstützen und Stimmen per Textbeschreibung oder aus 30 Sekunden Audio-Probe mit gesprochener Einwilligung erzeugen können. Regie-Anweisungen lassen sich pro Zeile setzen, inklusive nichtverbaler Elemente wie Lachen oder Seufzen; Audiodateien werden per SynthID wasserzeichenmarkiert. Preis aktuell 0,50 US-Dollar pro Million Text- bzw. 9/6 US-Dollar pro Million Audio-Token — ab 2027 verdoppeln sich diese Preise.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Bundestag baut eigenen KI-Chatbot gegen Schatten-KI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Bundestag entwickelt laut Vizepräsidentin Andrea Lindholz (CSU) einen eigenen, bis Jahresende einsatzbereiten KI-Chatbot als regulierte Alternative zur informellen Nutzung öffentlicher KI-Tools durch Abgeordnete. Der Dienst soll Redebeiträge transkribieren, Texte und Präsentationen bearbeiten sowie Bürgeranfragen sortieren; personenbezogene Daten werden vor der Verarbeitung maskiert. Verbindliche Regeln untersagen die Eingabe personenbezogener Daten und verlangen eine Kennzeichnung KI-generierter Inhalte; vollständig KI-generierte Reden lehnt Lindholz ausdrücklich ab.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24.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Explorativ testen mit KI: Vom Ideenimpuls zum Session-Partner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heise-Hintergrundartikel zeigt, wie generative KI explorative Software-Tests verändert — jenen „lernorientierten und simultanen Prozess“, bei dem Testende Tests gleichzeitig entwerfen, durchführen und bewerten. Der Artikel unterscheidet drei Rollen für KI: als externe Imaginationsquelle zur Ideengenerierung, als autonomer „Agentic Testing“-Akteur sowie als Unterstützung bei der KI-gestützten Erstellung von Test-Chartern zur Hypothesenbildung. Der Ansatz eignet sich laut Artikel besonders für agile Umgebungen mit häufig wechselnden Anforderungen.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24.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Staaten fordern vor US-China-KI-Gipfel internationale Sicherheitsstandards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dem KI-Gipfeltreffen zwischen Donald Trump und Xi Jinping haben 22 Länder — darunter Deutschland, Norwegen, die Niederlande, Kanada, Australien, Kenia und Singapur — sowie EU-Kommissionspräsidentin von der Leyen einen gemeinsamen Aufruf für transparente Sicherheitsregeln, verpflichtende unabhängige Tests vor Modellveröffentlichungen und eine neue internationale Standardisierungs-Institution unterzeichnet. UN-Generalsekretär António Guterres forderte ergänzend gemeinsame Leitlinien, um einen „Wettlauf nach unten“ zu verhindern. USA und China selbst gehören nicht zu den Unterzeichnern.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Österreich erlaubt vollautomatisierte Behördenbescheide per KI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österreichische Nationalrat hat eine Novelle des Allgemeinen Verwaltungsverfahrensgesetzes beschlossen, die es Behörden erlaubt, erstinstanzliche schriftliche Bescheide vollautomatisiert per KI zu erstellen — ohne vorherige menschliche Kontrolle. Betroffene können innerhalb von zwei Wochen formlos eine „Vorstellung“ erheben, um einen automatisierten Bescheid aufzuheben; Behörden dürfen ihn zudem innerhalb von zwei Monaten nachträglich korrigieren. Die Novelle führt außerdem Behördenchatbots, „No-Stop“-Verfahren sowie vollautomatische Verwaltungsstrafverfügungen ein.</a:t>
            </a:r>
            <a:endParaRPr lang="en-US" sz="12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640080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0168" y="1463040"/>
            <a:ext cx="51814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keine Forschungsergebnisse mit belastbaren, verlinkbaren Fakten im 24h-Fenster gefunden — gezielt geprüft wurden u. a. die Blogs von Anthropic, OpenAI und Google DeepMind sowie t3n, heise und the-decoder.de.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24.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Metas neuer KI-Agent Muse: 500.000 Nutzer und Plagiatsvorwürfe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Alibaba stellt Sprechmodelle Qwen-Audio-3.1 vor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Alibaba Cloud plant weitere Rechenzentren in Deutschland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British Columbia verklagt OpenAI wegen Amoklauf in Tumbler Ridge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Steuerbescheid prüfen: ChatGPT/Gemini beim Einspruch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Anthropic-Mitarbeiter erklärt, warum Claude verlernt hat, für Menschen zu schreiben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Superintelligenz oder Hype? Zwei KI-Forscherinnen positionieren sich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 vertrackte Alignment: Wie KI menschliche Werte lernt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Statt Biowaffen von der KI: Welche Erreger tatsächlich bedrohen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2026-09-24T06:24:40Z</dcterms:created>
  <dcterms:modified xsi:type="dcterms:W3CDTF">2026-09-24T06:24:40Z</dcterms:modified>
</cp:coreProperties>
</file>