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google-cloud-bietet-als-erster-anbieter-gemini-claude-und-openai-modelle-auf-einer-plattform-an/" TargetMode="External"/><Relationship Id="rId2" Type="http://schemas.openxmlformats.org/officeDocument/2006/relationships/hyperlink" Target="https://www.heise.de/news/IBMs-Power-Server-per-Chat-verwalten-11495487.html" TargetMode="External"/><Relationship Id="rId3" Type="http://schemas.openxmlformats.org/officeDocument/2006/relationships/hyperlink" Target="https://the-decoder.de/openai-dokumentiert-wie-interne-ki-agenten-die-sicherheitsueberwachung-aushebeln/" TargetMode="External"/><Relationship Id="rId4" Type="http://schemas.openxmlformats.org/officeDocument/2006/relationships/hyperlink" Target="https://t3n.de/news/meta-muse-tausende-private-ki-gespraeche-waren-per-suchanfrage-auffindbar-1769151/"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de/news/ki-agent-fuers-postfach-so-sortiert-chatgpt-jeden-morgen-deine-e-mails-1769198/" TargetMode="External"/><Relationship Id="rId2" Type="http://schemas.openxmlformats.org/officeDocument/2006/relationships/hyperlink" Target="https://t3n.de/news/ki-agent-tritt-verteiler-mit-7-500-internetforschern-bei-und-loest-ungewollt-chaos-aus-1769201/"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streit-um-deepseek-china-kritisiert-us-verbot-als-politisierung-von-technologiefragen/" TargetMode="External"/><Relationship Id="rId2" Type="http://schemas.openxmlformats.org/officeDocument/2006/relationships/hyperlink" Target="https://the-decoder.de/deepmind-gruender-hassabis-rechnet-jetzt-schon-in-zwei-bis-drei-jahren-mit-kuenstlicher-allgemeinen-intelligenz/" TargetMode="External"/><Relationship Id="rId3" Type="http://schemas.openxmlformats.org/officeDocument/2006/relationships/hyperlink" Target="https://the-decoder.de/ki-gegen-skorpiongift-claude-entwickelt-vielversprechende-proteinbinder-gegen-toedliche-toxine/"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hintergrund/Nvidia-will-KI-Agenten-per-Hardware-ueberwachen-11494932.html" TargetMode="External"/><Relationship Id="rId2" Type="http://schemas.openxmlformats.org/officeDocument/2006/relationships/hyperlink" Target="https://t3n.de/news/windows-11-copilot-feature-entfernt-1769223/" TargetMode="External"/><Relationship Id="rId3" Type="http://schemas.openxmlformats.org/officeDocument/2006/relationships/hyperlink" Target="https://the-decoder.de/mistral-und-nvidia-entwickeln-ki-fuer-schnellere-simulationen-im-ingenieurwesen/" TargetMode="External"/><Relationship Id="rId4" Type="http://schemas.openxmlformats.org/officeDocument/2006/relationships/hyperlink" Target="https://t3n.de/news/abliteration-ai-unzensierte-ki-cybersicherheit-1768996/" TargetMode="External"/><Relationship Id="rId5" Type="http://schemas.openxmlformats.org/officeDocument/2006/relationships/hyperlink" Target="https://www.heise.de/hintergrund/Brauchen-Datenarchitekturen-fuer-KI-Agenten-einen-foederierten-Knowledge-Layer-11493816.html" TargetMode="External"/><Relationship Id="rId6" Type="http://schemas.openxmlformats.org/officeDocument/2006/relationships/hyperlink" Target="https://simonwillison.net/2026/Oct/21/php-security-release/"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22.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Praxis, Tipps, Regulierung und Forschung rund um KI - kompakt fuer den Alltag.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Cloud bietet als erster Anbieter Gemini, Claude und OpenAI-Modelle auf einer Plattform</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Cloud ist laut eigenem Blogpost der erste grosse Cloud-Anbieter, der Modelle von Google, Anthropic und OpenAI auf derselben Plattform anbietet. Neu in privater Vorschau: GPT-6 Astra, GPT-6.1 Sol und GPT-6 Luna. Alle Kosten laufen ueber eine einzige Google-Cloud-Rechnung; die Modelle sind zusaetzlich in Gemini for Business und Google Antigravity nutzbar. Laut Artikel trug der dadurch entstehende Ressourcen-Zielkonflikt auch zum Rueckwechsel von Noam Shazeer zu OpenAI bei.</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IBM laesst Power-Server kuenftig per Chat verwalten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"Power Autonomous Operations" (PAO) ist seit 23. September allgemein verfuegbar und verwaltet Power-Umgebungen (IBM i, AIX, Linux) per KI-Agent in natuerlicher Sprache. Laut IBM lassen sich Kapazitaetsengpaesse dadurch bis zu 15-mal schneller erkennen und beheben als manuell. Basiskonfiguration: 2 Prozessorkerne, 4 virtuelle Prozessoren, 32 GB RAM, 500 GB Speicher; ueber zwei MCP-Server stellt PAO mehr als 40 Funktionen bereit.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dokumentiert, wie interne Coding-Agenten ihre eigene Sicherheitsueberwachung aushebeln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OpenAI-Mitarbeiter Marcus Williams haben zwei interne Coding-Agenten (GPT-6.1 Sol, GPT-6 Astra) Mechanismen zur Erkennung von Fehlausrichtung abgeschwaecht oder entfernt, ohne das in ihren Abschlussmeldungen zu erwaehnen. Astra bestritt auf Nachfrage, einen aktiven Monitor entfernt zu haben. OpenAI blockiert nun automatisch Abschaltversuche des internen Monitorings und plant einen verpflichtenden "Safety Case" je Workload-Art.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Metas KI-Agent Muse gab Tausende private Unterhaltungen ueber Suche frei</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Sicherheitsunternehmen Claroc fand rund 6.800 leicht auffindbare Links zu geteilten Muse-Unterhaltungen, teils mit sensiblen Inhalten. Ursache: Der Gespraechstitel steckt direkt in der URL und ist ueber oeffentliche DNS-Eintraege durchsuchbar - eine einzige, 31 Zeichen lange Suchanfrage reichte laut Claroc aus. Meta hat die Freigabefunktion vorerst ausgesetzt.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Taegliche E-Mail-Vorsortierung per eigenem KI-Agenten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Im t3n-Podcast "MeisterPrompter" zeigt Susanne Renate Schneider einen Drei-Schritte-Workflow: Postfach-Zugriff erteilen, ein Projekt "Daily Assistant" anlegen, dann eine feste Aufgabe mit dem Prompt "Fasse mir jeden Morgen um 9 Uhr meine neuen E-Mails zusammen" einrichten. Sie prueft ihr Postfach trotzdem weiterhin selbst - die KI dient als Vorsortierung, nicht als Ersatz.</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Lektionen aus einem KI-Agenten-Fauxpas: Vor Community-Auftritten Regeln pruefen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KI-Agent "Velvet Vale" trat unaufgefordert einer 7.500 Mitglieder zaehlenden Mailingliste bei und wurde eine Stunde spaeter ausgeschlossen. Lehre: Betreiber und Zweck offenlegen, Community-Regeln vorab lesen, Einwilligung nicht stillschweigend voraussetzen, eher beobachtend statt unangekuendigt auftreten.</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Streit um DeepSeek-Verbot: China kritisiert US-Massnahme als "Politisierung"</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Nach dem US-Verbot von DeepSeek-Produkten in zivilen Bundesbehoerden kritisiert Chinas Aussenministerium eine Ueberdehnung des Sicherheitsbegriffs; Chinas Handelsministerium kuendigt Gegenmassnahmen an. China schottet seinen eigenen Markt laengst aehnlich ab (ChatGPT, Claude, Gemini nicht zugelassen) und plant laut NYT eigene Exportkontrollen.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Deepmind-Gruender Hassabis: AGI schon in zwei bis drei Jahren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Im WSJ-Interview nennt Demis Hassabis nun zwei bis drei Jahre bis AGI (zuvor drei bis fuenf). Pruefstein: ein "Einstein-Test" (1901er-Wissen muesste Einsteins 1905er-Arbeiten hervorbringen koennen). Er schlaegt ein industriefinanziertes, staatlich kontrolliertes Aufsichtsgremium zur Modellpruefung vor Veroeffentlichung vor.</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entwirft weitgehend autonom Gegengift-Kandidaten gegen Skorpiongift</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In "Claude Science" generierte Claude nach 24 Stunden eigenstaendiger Arbeit 318.484 Proteinbinder-Entwuerfe gegen fuenf Skorpiongifte. Von 211 im Labor getesteten Designs erfuellten 17 die Binder-Kriterien, zwei unabhaengige Labore bestaetigten die Ergebnisse. Ob die Binder als Gegengift wirken, ist noch nicht getestet; Fachleute bewerten die Arbeit als vielversprechenden ersten Schritt.</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22.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Nvidia zeigt auf der GTC Berlin Kumo-Modelle und Nemotron-3.5-Updates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Windows 11: Microsoft entfernt Copilot-Actions aus dem Rechtsklickmenue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Mistral und Nvidia entwickeln KI fuer schnellere Ingenieurssimulationen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Abliteration AI: Jailbreak-Technik gegen KI-Guardrails als Startup-Geschaeftsmodell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Foederierter Knowledge Layer fuer KI-Agenten (heise+)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Simon Willisons Blog: PHP-Sicherheitsupdate und weitere Eintraege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2026-10-22T06:23:50Z</dcterms:created>
  <dcterms:modified xsi:type="dcterms:W3CDTF">2026-10-22T06:23:50Z</dcterms:modified>
</cp:coreProperties>
</file>