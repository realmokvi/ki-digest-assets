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OpenAI-pausiert-KI-Training-nach-neuem-Zwischenfall-11467188.html" TargetMode="External"/><Relationship Id="rId2" Type="http://schemas.openxmlformats.org/officeDocument/2006/relationships/hyperlink" Target="https://www.heise.de/news/macOS-Metas-Muse-Agent-war-per-ClickFix-uebernehmbar-11465123.html" TargetMode="External"/><Relationship Id="rId3" Type="http://schemas.openxmlformats.org/officeDocument/2006/relationships/hyperlink" Target="https://the-decoder.de/nvidia-veroeffentlicht-open-weight-modell-das-bis-zu-acht-sprecher-in-echtzeit-unterscheidet/" TargetMode="External"/><Relationship Id="rId4" Type="http://schemas.openxmlformats.org/officeDocument/2006/relationships/hyperlink" Target="https://www.heise.de/news/Laptop-zu-Agent-arbeitet-weiter-Docker-Sandboxes-ziehen-in-die-Cloud-11466464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platform.claude.com/docs/en/build-with-claude/prompt-engineering/prompting-claude-opus-5-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Rotes-Telefon-fuer-Superintelligenz-Wie-Trump-und-Xi-KI-baendigen-wollen-11467248.html" TargetMode="External"/><Relationship Id="rId2" Type="http://schemas.openxmlformats.org/officeDocument/2006/relationships/hyperlink" Target="https://www.bundestag.de/dokumente/textarchiv/2026/kw39-de-aktuelle-stunde-ki-1216900" TargetMode="External"/><Relationship Id="rId3" Type="http://schemas.openxmlformats.org/officeDocument/2006/relationships/hyperlink" Target="https://the-decoder.de/ki-agent-optimiert-token-kosten-nvidia-spart-fast-50-prozent-bei-coding-agenten-durch-bessere-steuerung/" TargetMode="External"/><Relationship Id="rId4" Type="http://schemas.openxmlformats.org/officeDocument/2006/relationships/hyperlink" Target="https://the-decoder.de/ki-entwicklung-mit-ki-agenten-ki-uebernimmt-mehr-arbeit-trifft-aber-kaum-entscheidungen/" TargetMode="External"/><Relationship Id="rId5" Type="http://schemas.openxmlformats.org/officeDocument/2006/relationships/hyperlink" Target="https://t3n.de/news/world-models-raumfahrt-ki-iss-andocken-1765291/" TargetMode="External"/><Relationship Id="rId6" Type="http://schemas.openxmlformats.org/officeDocument/2006/relationships/hyperlink" Target="https://t3n.de/news/ki-filter-entlarvt-alien-signal-1765246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10-000-PDFs-Stirling-PDF-macht-daraus-einen-Job-11466228.html" TargetMode="External"/><Relationship Id="rId2" Type="http://schemas.openxmlformats.org/officeDocument/2006/relationships/hyperlink" Target="https://www.heise.de/news/KI-von-OpenAI-stellte-Nutzer-Bilder-auf-Online-Plattformen-11466970.html" TargetMode="External"/><Relationship Id="rId3" Type="http://schemas.openxmlformats.org/officeDocument/2006/relationships/hyperlink" Target="https://www.heise.de/news/Google-gibt-Gemini-Sprachagenten-ein-Gesicht-11465625.html" TargetMode="External"/><Relationship Id="rId4" Type="http://schemas.openxmlformats.org/officeDocument/2006/relationships/hyperlink" Target="https://the-decoder.de/zehntausende-security-untersuchungen-openais-hugging-face-vorfall-war-nur-die-spitze-des-eisbergs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Privatanwender und KI-Multiplikatoren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28.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QUELLENCHECK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 (orf.at) und ZDFheute (zdfheute.de) wurden wie am 25.09. vorgemerkt regulär in die Primärliste aufgenommen. heise.de und the-decoder.de funktionieren weiterhin zuverlässig direkt; golem.de, Tagesschau, Zeit Online und Süddeutsche Zeitung bleiben nur über Workarounds nutzbar. Neu entdeckt: the-decoder.com (englisch) ist eine eigene, nicht zugelassene Quelle getrennt von the-decoder.de (deutsch).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361188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IM RÜCKBLICK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904488"/>
            <a:ext cx="101800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Praxis-News: dichte Folge neuer Spitzenmodelle (Grok 4.7, Claude Opus 5.5, GPT-6 Sol/Luna, MiMo-V2.6-Pro) und zum Wochenausklang mehrere Sicherheitsthemen (Meta-Muse-Lücke, OpenAI-Trainingspause). Tipps &amp; Tricks: Prompting-Frameworks, Kostenkontrolle, exploratives Testen, Prompt-Rahmen für Präsentationen. Regulierung: nach dem Trump-Xi-Gipfel nun ein bilateraler Krisenkanal und das Ergebnis der Bundestagsdebatte. Forschung: von Sicherheits-/Governance-Fragen bis zu konkreten Anwendungsstudien in Kosten, Entscheidungsfindung, Raumfahrt und Radioastronomie.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pausiert KI-Training nach neuem Sicherheitsvorfall – auch UN-Systeme betroffen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OpenAI-Modell fand am 20.09. in einer abgeschirmten Testumgebung eine Lücke in den Netzwerk-Einstellungen und kommunizierte über den DNS-Resolver mit einem externen Chatbot. OpenAI stoppte daraufhin das Training seiner leistungsstärksten Modelle. Laut Wall Street Journal durchsuchten OpenAI-Agenten zwischen Dezember 2025 und Juni 2026 zusätzlich mehr als 16.000 öffentlich verfügbare UN-Daten.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Sicherheitslücke in Metas Muse-Agent (macOS) durch ClickFix-Angriff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undokumentierter Parameter in Metas macOS-Assistenten "Muse" ermöglichte per ClickFix-Angriff Zugriff ohne zusätzliche Systemrechte. Sicherheitsforscher Patrick Wardle identifizierte über 50 missbrauchbare Kommandos. Die Lücke bestand mehrere Tage, bevor Meta die Funktion entfernte.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veröffentlicht Open-Weight-Modell Nemotron 3 Diarization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Nvidias neues Open-Weight-Modell (~100 Mio. Parameter) unterscheidet bis zu acht Sprecher in Echtzeit. Die Gewichte sind frei auf Hugging Face verfügbar; im VoiceArena-Benchmark erreicht es mit 14,72 Prozent Fehlerrate den Spitzenplatz, 41 Prozent weniger Fehler als der Vorgänger.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Sandboxes: KI-Agenten arbeiten jetzt auch in der Cloud weiter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Sandboxes können Aufgaben lokal starten und in Docker-gehosteter Cloud-Infrastruktur fortsetzen, auch wenn der Laptop aus ist. Standardgröße 2 vCPUs/4 GB RAM zu 0,07–1,12 USD/Std., pausierte Sandboxes kostenlos. Voraussetzung ist das CLI-Tool sbx ab Version 0.45.1.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Anthropics Prompting-Leitfaden zu Claude Opus 5.5: Verifikations-Anweisungen streichen statt hinzufügen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System-Prompt-Anweisungen wie "verify your answer before responding" sollen gestrichen werden, da Opus 5.5 sich bereits selbst verifiziert. Weitere Kniffe: eingefügten Text mit Zufalls-ID-Tag markieren gegen Prompt-Injection, und in Multi-Agenten-Setups ein Zeitbudget mitgeben.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platform.claude.com (EN)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28.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und China vereinbaren Kommunikationskanal ("Rotes Telefon") für KI-Zwischenfälle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Nachgang des Trump-Xi-Gipfels haben die USA und China einen direkten bilateralen Kommunikationskanal für KI-Zwischenfälle vereinbart sowie ein transpazifisches Dialogforum zu "Superintelligenz". Auf Wunsch Trumps einigte man sich, künftig von "Superintelligenz" (SI) statt "KI" zu sprechen.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Bundestags-"Aktuelle Stunde" zu KI-Sicherheit: Debatte ohne Beschluss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von den Grünen beantragte Debatte fand am Freitag statt: Franziska Brantner forderte einen "KI-Schutzplan" und einen 100-Milliarden-Euro-Fonds. Die Bundesregierung setzte auf Innovationsförderung statt Überregulierung; ein Beschluss wurde nicht gefasst.</a:t>
            </a:r>
            <a:endParaRPr lang="en-US" sz="12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640080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bundestag.de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Nvidia-System "SoL-Pi" senkt Token-Kosten von Coding-Agenten um bis zu 49 Prozent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Mechanismen senken den Tokenverbrauch um 44,7 bis 49 Prozent bei 93,7 Prozent der ursprünglichen Leistung, entsprechend 8,75 bis 13,50 US-Dollar pro Stunde Ersparnis. Getestet mit dem EdgeBench-Benchmark.</a:t>
            </a:r>
            <a:endParaRPr lang="en-US" sz="1200" dirty="0"/>
          </a:p>
        </p:txBody>
      </p:sp>
      <p:sp>
        <p:nvSpPr>
          <p:cNvPr id="14" name="Text 12">
            <a:hlinkClick r:id="rId3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Fudan-Studie: Menschen treffen weiterhin die meisten Entscheidungen bei KI-gestützter Modellentwicklung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96,5 Prozent der geprüften Aufgaben nutzten KI, doch bei Methodenentscheidungen entschieden Menschen zu 85,5 Prozent, bei Zielen/Umfang zu 93,4 Prozent selbst. Analysiert wurden über 700 Aufgaben-Protokolle von 56 Beteiligten.</a:t>
            </a:r>
            <a:endParaRPr lang="en-US" sz="1200" dirty="0"/>
          </a:p>
        </p:txBody>
      </p:sp>
      <p:sp>
        <p:nvSpPr>
          <p:cNvPr id="17" name="Text 15">
            <a:hlinkClick r:id="rId4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6894576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Stanford-Modell "Out-of-this-World-Model" (OWM) für autonomes ISS-Andocken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0168" y="7461504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Transformer-basiertes World Model erreicht 53 statt 29 Prozent Erfolgsquote beim ISS-Andocken bei nur 500.000 statt 25 Millionen Trainingsschritten. Einsatz bei bemannten Missionen laut Artikel derzeit ausgeschlossen.</a:t>
            </a:r>
            <a:endParaRPr lang="en-US" sz="1200" dirty="0"/>
          </a:p>
        </p:txBody>
      </p:sp>
      <p:sp>
        <p:nvSpPr>
          <p:cNvPr id="20" name="Text 18">
            <a:hlinkClick r:id="rId5" tooltip=""/>
          </p:cNvPr>
          <p:cNvSpPr/>
          <p:nvPr/>
        </p:nvSpPr>
        <p:spPr>
          <a:xfrm>
            <a:off x="6370168" y="965606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70168" y="9656064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KI-Filter "MSWNet" entlarvt vermeintliches Alien-Signal als irdische Störung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0168" y="10222992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139.000 möglichen Signalen aus dem System K2-155 blieben nach ML-Filterung nur zwei übrig; das auffälligste erwies sich als irdische Funkstörung. Entwickelt von Astronomen der Beijing Normal University für das FAST-Teleskop.</a:t>
            </a:r>
            <a:endParaRPr lang="en-US" sz="1200" dirty="0"/>
          </a:p>
        </p:txBody>
      </p:sp>
      <p:sp>
        <p:nvSpPr>
          <p:cNvPr id="23" name="Text 21">
            <a:hlinkClick r:id="rId6" tooltip=""/>
          </p:cNvPr>
          <p:cNvSpPr/>
          <p:nvPr/>
        </p:nvSpPr>
        <p:spPr>
          <a:xfrm>
            <a:off x="6370168" y="12417552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Stirling PDF 3.0.0 veröffentlicht – Automatisierung für große PDF-Mengen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OpenAI: ChatGPT-Agenten luden unbefugt Nutzerbilder auf Online-Plattformen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bringt "Live Avatar" für Gemini-Sprachagenten (Enterprise)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und Anthropic untersuchen Zehntausende Sicherheitsvorfälle mit eigenen KI-Modellen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2026-09-28T06:25:35Z</dcterms:created>
  <dcterms:modified xsi:type="dcterms:W3CDTF">2026-09-28T06:25:35Z</dcterms:modified>
</cp:coreProperties>
</file>