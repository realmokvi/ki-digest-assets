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heise.de/news/OpenAI-stellt-GPT-6-Astra-vor-Mehr-Intelligenz-und-AGI-Raunen-11440778.html" TargetMode="External"/><Relationship Id="rId2" Type="http://schemas.openxmlformats.org/officeDocument/2006/relationships/hyperlink" Target="https://the-decoder.de/meta-schliesst-mit-muse-spark-1-3-zur-spitze-auf-lockt-mit-niedrigen-preisen/" TargetMode="External"/><Relationship Id="rId3" Type="http://schemas.openxmlformats.org/officeDocument/2006/relationships/hyperlink" Target="https://www.heise.de/news/Google-ermoeglicht-KI-gestuetzte-Sprachsteuerung-in-den-eigenen-Workspace-Apps-11440918.html" TargetMode="External"/><Relationship Id="rId4" Type="http://schemas.openxmlformats.org/officeDocument/2006/relationships/hyperlink" Target="https://www.heise.de/news/Philips-Hue-startet-Automatikbau-per-KI-Bot-bringt-Backups-und-steuert-Nanoleaf-11439211.html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heise.de/news/Innovation-for-all-Die-IFA-2026-im-Zeichen-von-KI-und-Robotik-11439141.html" TargetMode="External"/><Relationship Id="rId2" Type="http://schemas.openxmlformats.org/officeDocument/2006/relationships/hyperlink" Target="https://the-decoder.de/ki-systeme-kontaktieren-philosophen-und-wissenschaftler-mit-fragen-zu-ihrem-eigenen-bewusstsein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2377440"/>
            <a:ext cx="5852160" cy="5852160"/>
          </a:xfrm>
          <a:prstGeom prst="ellipse">
            <a:avLst/>
          </a:prstGeom>
          <a:solidFill>
            <a:srgbClr val="F0A63D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029200"/>
            <a:ext cx="3108960" cy="3108960"/>
          </a:xfrm>
          <a:prstGeom prst="ellipse">
            <a:avLst/>
          </a:prstGeom>
          <a:solidFill>
            <a:srgbClr val="F0A63D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22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979615" y="89611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spc="200" kern="0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SEPTEMBER 2026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tägliche KI-Digest für Praxis, Regulierung und Forschung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PRAXIS-NEWS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67964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367964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TIPPS &amp; TRICKS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95848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095848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REGULIERUNG/POLITIK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23731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823731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BEDEUTENDE FORSCHUNG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04. SEPTEMBER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PRAXIS-NEWS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39903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99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37160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veröffentlicht GPT-6 Astra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173736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 der Alpha-Ankündigung vom Vortag ist GPT-6 Astra nun offiziell vorgestellt: Rollout zunächst bei ausgewählten Organisationen, in den kommenden Tagen für ChatGPT Plus/Pro/Business/Enterprise sowie API. Auf ExploitBench erreicht Astra 100% (Vorgänger GPT-5.6 Sol: 78,5%) und wird als erstes Modell unter OpenAIs Preparedness Framework bei Cyberfähigkeiten als "kritisch" eingestuft. API-Preise: 10/50 USD pro Million Input-/Output-Token.</a:t>
            </a:r>
            <a:endParaRPr lang="en-US" sz="115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1143000" y="253288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heise.de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65633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6563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262890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veröffentlicht Muse Spark 1.3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299466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Viertes Modellupdate der Muse-Spark-Reihe innerhalb von fünf Monaten. Die xhigh-Stufe (61 Punkte Intelligence Index, 0,55 USD pro Index-Aufgabe) ist sofort verfügbar; die max-Stufe (62 Punkte, Platz eins bei τ³-Bench Banking mit 52%) läuft vorerst nur als Partner-Preview. Token-Preise bleiben bei 1,25/4,25 USD pro Million Token; größere Modelle und ein Open-Weights-Release sind angekündigt.</a:t>
            </a:r>
            <a:endParaRPr lang="en-US" sz="1150" dirty="0"/>
          </a:p>
        </p:txBody>
      </p:sp>
      <p:sp>
        <p:nvSpPr>
          <p:cNvPr id="13" name="Text 11">
            <a:hlinkClick r:id="rId2" tooltip=""/>
          </p:cNvPr>
          <p:cNvSpPr/>
          <p:nvPr/>
        </p:nvSpPr>
        <p:spPr>
          <a:xfrm>
            <a:off x="1143000" y="379018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91363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913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388620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bringt Sprachsteuerung in Gmail, Docs und Notizen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43000" y="425196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 neue Gemini-Audio-Funktionen: Gmail Live durchsucht das Postfach per Zuruf, Docs Live erstellt Dokumentenentwürfe per Sprache (nur Google AI Pro/Ultra), Keep Live wandelt Sprache in Notizen/Listen um. Rollout startet laut Google noch diese Woche, unterstützt werden 29 Sprachen inkl. Deutsch.</a:t>
            </a:r>
            <a:endParaRPr lang="en-US" sz="1150" dirty="0"/>
          </a:p>
        </p:txBody>
      </p:sp>
      <p:sp>
        <p:nvSpPr>
          <p:cNvPr id="18" name="Text 16">
            <a:hlinkClick r:id="rId3" tooltip=""/>
          </p:cNvPr>
          <p:cNvSpPr/>
          <p:nvPr/>
        </p:nvSpPr>
        <p:spPr>
          <a:xfrm>
            <a:off x="1143000" y="504748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heise.de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517093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1709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514350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Philips Hue: KI-Bot baut Automatisierungen per Text oder Sprache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43000" y="550926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"Custom AI Behaviours" erstellt ab Oktober komplexe Automatisierungen mit mehreren Auslösern/Aktionszielen per Textchat oder Zuruf, mit mehr Variablen als die grafische Oberfläche. Parallel zur IFA: Zigbee-Modul für Nanoleaf (40 Euro, ab 3.9.), Sonos-Kompatibilität (Ende des Jahres), Play-Screen-Sync-Kamera (120 Euro, sofort), HDMI Sync Box 4K (150 Euro), Cloud-Backup für Szenen.</a:t>
            </a:r>
            <a:endParaRPr lang="en-US" sz="1150" dirty="0"/>
          </a:p>
        </p:txBody>
      </p:sp>
      <p:sp>
        <p:nvSpPr>
          <p:cNvPr id="23" name="Text 21">
            <a:hlinkClick r:id="rId4" tooltip=""/>
          </p:cNvPr>
          <p:cNvSpPr/>
          <p:nvPr/>
        </p:nvSpPr>
        <p:spPr>
          <a:xfrm>
            <a:off x="1143000" y="630478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heise.de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04. SEPTEMBER 2026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095848" y="1371600"/>
            <a:ext cx="0" cy="5029200"/>
          </a:xfrm>
          <a:prstGeom prst="line">
            <a:avLst/>
          </a:prstGeom>
          <a:noFill/>
          <a:ln w="9525">
            <a:solidFill>
              <a:srgbClr val="E7E4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77240"/>
            <a:ext cx="518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REGULIERUNG/POLITIK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370168" y="777240"/>
            <a:ext cx="518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BEDEUTENDE FORSCHUNG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04. SEPTEMBER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Weitere gesichtete, aber ausgelassene Punkte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11535" cy="498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IFA 2026 im Zeichen von KI und Robotik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(heise.de)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KI-Systeme kontaktieren Philosophen und Wissenschaftler mit Fragen zu ihrem eigenen Bewusstsein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(the-decoder.de)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2026-09-04T06:20:08Z</dcterms:created>
  <dcterms:modified xsi:type="dcterms:W3CDTF">2026-09-04T06:20:08Z</dcterms:modified>
</cp:coreProperties>
</file>