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openai-bringt-gpt-6-1-terra-guenstiger-und-genauer-als-der-vorgaenger/" TargetMode="External"/><Relationship Id="rId2" Type="http://schemas.openxmlformats.org/officeDocument/2006/relationships/hyperlink" Target="https://www.heise.de/news/Entire-Ehemaliger-GitHub-CEO-startet-GitHub-Alternative-11496622.html" TargetMode="External"/><Relationship Id="rId3" Type="http://schemas.openxmlformats.org/officeDocument/2006/relationships/hyperlink" Target="https://the-decoder.de/open-source-forum-auf-reddit-schliesst-ki-beitraege-aus-und-erntet-heftige-kritik/" TargetMode="External"/><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3n.de/news/anthropic-elvis-presley-songs-ki-training-1769888/" TargetMode="External"/><Relationship Id="rId2" Type="http://schemas.openxmlformats.org/officeDocument/2006/relationships/hyperlink" Target="https://t3n.de/news/ich-will-sie-hier-nicht-google-veraergert-finnische-bevoelkerung-mit-illegaler-rodung-fuer-ki-rechenzentrum-1769929/" TargetMode="External"/><Relationship Id="rId3" Type="http://schemas.openxmlformats.org/officeDocument/2006/relationships/hyperlink" Target="https://arxiv.org/abs/2610.29162v1" TargetMode="External"/><Relationship Id="rId4" Type="http://schemas.openxmlformats.org/officeDocument/2006/relationships/hyperlink" Target="https://www.heise.de/news/KI-Wahlempfehlungen-GPT-waehlt-Demokraten-Grok-waehlt-Republikaner-11500825.html" TargetMode="Externa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Cloudflare-Chef-erwartet-etliche-weitere-Luecken-wie-php2shell-11500909.html" TargetMode="External"/><Relationship Id="rId2" Type="http://schemas.openxmlformats.org/officeDocument/2006/relationships/hyperlink" Target="https://t3n.de/news/claude-motion-ki-animationen-1769905/" TargetMode="External"/><Relationship Id="rId3" Type="http://schemas.openxmlformats.org/officeDocument/2006/relationships/hyperlink" Target="https://borncity.com/news/italienisches-dekret-179-2026-ki-darf-ab-23-oktober-nicht-allein-entscheiden/"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27.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Dienstag-Ausgabe – Entwicklungen der letzten 24 Stunden</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27.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stellt GPT-6.1 Terra vor: deutlich günstiger und genauer als der Vorgänger</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hat mit GPT-6.1 Terra ein neues Mittelklasse-Modell veröffentlicht, das ab sofort für Plus-, Pro-, Enterprise- und Edu-Nutzer in ChatGPT, Codex und über die API verfügbar ist. Die API-Preise sinken deutlich: Input kostet 1 US-Dollar statt 2 US-Dollar pro Million Token, Output 5 statt 12 US-Dollar. Laut Benchmarks von Artificial Analysis liegt Terra im Intelligence Index 6 bis 13 Punkte über dem Vorgänger und löst im Terminal-Bench-4.0-Test 50,3 Prozent der Aufgaben statt zuvor 21,5 Prozent. OpenAI selbst gibt an, bei komplexen Agenten-Aufgaben rund neunmal günstiger als Claude Opus 5.5 zu sein.</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Ex-GitHub-Chef Dohmke startet mit "Entire" eine dezentrale GitHub-Alternative für KI-Agenten</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Thomas Dohmke, der letzte CEO von GitHub vor seinem Abschied 2025, hat sein Git-kompatibles Netzwerk "Entire" im Oktober 2026 für alle geöffnet. Die Plattform richtet sich explizit an die Entwicklung mit KI-Agenten: Statt Pull Requests nutzt Entire "Trails" – Zusammenfassungen, die KI-generierten Code samt gespeicherten Session-Logs und Prompts prüfbar machen. Eigenen Benchmarks zufolge sind Pushes bis zu 89-mal schneller als bei GitHub; der Dienst startet als kostenlose Preview, Microsofts Venture-Fonds M12 beteiligte sich an der ersten Finanzierungsrunde über 60 Millionen US-Dollar.</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Subreddit r/opensource schließt KI-unterstützte Projekte komplett aus</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Die Moderation des Forums r/opensource hat am Wochenende neue Regeln veröffentlicht, die Beiträge zu Projekten verbieten, die KI nutzen, mit KI erstellt wurden oder für KI gedacht sind. Vorgestellte Projekte müssen zusätzlich mindestens ein Jahr alt sein, aktiv gepflegt werden und mehrere Mitwirkende haben. Kritiker:innen halten die Regeln für zu breit und verweisen darauf, dass selbst der Linux-Kernel inzwischen KI-generierten Code enthält. Als Reaktion entstand laut The Verge das neue Forum r/TrueOpenSource.</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27.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Elvis-Presley-Erben verklagen Anthropic wegen unlizenzierter KI-Trainingsdaten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Die Rechteinhaber von Elvis Presleys musikalischem Erbe haben in Kalifornien Klage gegen Anthropic eingereicht (laut Billboard am 23. Oktober). Anthropic soll mehr als 270 Presley-Songs ohne Zustimmung zum KI-Training genutzt und dabei Kopierschutzmaßnahmen umgangen haben. Gefordert werden über 41 Millionen US-Dollar Schadenersatz, umgerechnet 150.000 US-Dollar pro Song. Anthropic bestreitet laut New York Times die Vorwürfe; der Fall steht im frühen Klagestadium.</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muss Rodung für KI-Rechenzentrum in Finnland stoppen</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An den Google-Standorten Muhos und Kajaani wurden laut einer Guardian-Recherche vom 22. Oktober auf rund 330 Hektar etwa 250.000 Bäume gefällt, obwohl die vorgeschriebenen Umweltprüfungen noch nicht abgeschlossen waren. Die finnische Aufsichtsbehörde stoppte die Arbeiten vorläufig. Google entschuldigte sich und will 130 Hektar aufforsten – Naturschützer:innen halten das laut Guardian für unzureichend. Die Standorte gehören zu einem 13-Milliarden-Euro-Investitionsprojekt Googles für KI-Infrastruktur in Europa.</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Studie: Warum KI-generierte Texte so schwer zu lesen sind</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Ein Team von NYU und University of Texas at Austin (Clark, Martin &amp; Mahowald) hat 14 Sprachmodelle Texte in Alltagsgesprächen, Coding-Sessions und Essays schreiben lassen und mit menschlichen Texten verglichen. Die Studie identifiziert sechs überproportional genutzte Satzkonstruktionen; am nächsten an menschlichem Text lagen Llama und das Olmo-Basismodell. Als Ursache vermuten die Autor:innen den Wechsel von RLHF zu RLVR, der kompakte, informationsdichte statt gut lesbare Formulierungen begünstigt.</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arxiv.org</a:t>
            </a:r>
            <a:endParaRPr lang="en-US" sz="1050" dirty="0"/>
          </a:p>
        </p:txBody>
      </p:sp>
      <p:sp>
        <p:nvSpPr>
          <p:cNvPr id="15" name="Text 13"/>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Studie: GPT empfiehlt bei Wahlen mehrheitlich Demokraten, Grok mehrheitlich Republikaner</a:t>
            </a:r>
            <a:endParaRPr lang="en-US" sz="1500" dirty="0"/>
          </a:p>
        </p:txBody>
      </p:sp>
      <p:sp>
        <p:nvSpPr>
          <p:cNvPr id="16" name="Text 14"/>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Forschungsstudio Convovo (Leitung: Cornell-Professor Tapan Parikh) hat GPT-6.1 Sol (OpenAI) und Grok 4.7 (xAI) über ihre APIs in 500 Durchläufen zu US-Wahlen nach einer konkreten Kandidat:innen-Empfehlung gefragt. GPT empfahl in rund 97 Prozent der Fälle die demokratische Seite, Grok in rund 92 Prozent die republikanische. Grok stützte sich häufig auf konservative Quellen, GPT überwiegend auf Wikipedia und AP. OpenAI erklärte, die Ergebnisse spiegelten keine typische ChatGPT-Nutzung wider.</a:t>
            </a:r>
            <a:endParaRPr lang="en-US" sz="1200" dirty="0"/>
          </a:p>
        </p:txBody>
      </p:sp>
      <p:sp>
        <p:nvSpPr>
          <p:cNvPr id="17" name="Text 15">
            <a:hlinkClick r:id="rId4"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27.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Cloudflare-Chef erwartet etliche weitere Lücken wie bei php2shell</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Claude Motion ausprobiert: Hands-on-Test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Italienisches KI-Gesetzesdekret 179/2026: KI darf ab 23.10. am Arbeitsplatz nicht allein entscheiden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(borncity.com)</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2026-10-27T06:16:55Z</dcterms:created>
  <dcterms:modified xsi:type="dcterms:W3CDTF">2026-10-27T06:16:55Z</dcterms:modified>
</cp:coreProperties>
</file>