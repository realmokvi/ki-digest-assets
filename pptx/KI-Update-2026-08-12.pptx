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Keine-Chance-fuer-Schummler-Claude-bekommt-jetzt-ein-unsichtbares-Wasserzeichen-11410129.html" TargetMode="External"/><Relationship Id="rId2" Type="http://schemas.openxmlformats.org/officeDocument/2006/relationships/hyperlink" Target="https://the-decoder.de/nvidias-offenes-nemotron-3-5-lightning-setzt-auf-geschwindigkeit-statt-maximale-intelligenz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aber-marinade-forscher-extrahieren-versteckte-denkprozesse-von-chatgpt-claude-und-co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3n.de/news/praezisere-antworten-codes-fuer-ki-1754087/" TargetMode="External"/><Relationship Id="rId2" Type="http://schemas.openxmlformats.org/officeDocument/2006/relationships/hyperlink" Target="https://the-decoder.de/prompting-tipps-fuer-fable-5-zuerst-die-unbekannten-unbekannten-finden/" TargetMode="External"/><Relationship Id="rId3" Type="http://schemas.openxmlformats.org/officeDocument/2006/relationships/hyperlink" Target="https://t3n-meisterprompter.podigee.io/episodes" TargetMode="External"/><Relationship Id="rId4" Type="http://schemas.openxmlformats.org/officeDocument/2006/relationships/hyperlink" Target="https://www.heise.de/hintergrund/Revolution-im-Daten-Dschungel-KI-erfindet-die-Testdatengenerierung-neu-11394240.html" TargetMode="External"/><Relationship Id="rId5" Type="http://schemas.openxmlformats.org/officeDocument/2006/relationships/hyperlink" Target="https://www.heise.de/news/c-t-KI-Wissen-2026-So-entkommen-Sie-dem-Raederwerk-der-KI-11372069.html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AUGUST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tägliche KI-Digest — Mittwoch, Recherchezeitraum letzte 24 Stunden (Tipps &amp; Tricks: letzte 14 Tage)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12. 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führt unsichtbares Wasserzeichen für Claude-Texte und C2PA-Signaturen ein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markiert seit dem 2. August 2026 alle neu veröffentlichten Claude-Modelle mit einem unsichtbaren, in den Text eingebetteten Wasserzeichen, das Bedeutung und Lesbarkeit nicht verändert und auch beim Kopieren/Einfügen erhalten bleibt; ältere Modelle sollen nachgerüstet werden. Für unterstützte Dateiformate (SVG, PNG, JPG) werden zusätzlich signierte Herkunftsmetadaten nach dem offenen C2PA-Standard hinzugefügt. Auslöser ist die EU-Transparenzpflicht (Art. 50 AI Act) bzw. der zugehörige Code of Practice, dem sich Anthropic angeschlossen hat – die Kennzeichnung gilt weltweit über alle Zugangswege. Laut Anthropic beweist ein erkanntes Wasserzeichen nur eine mögliche Beteiligung von Claude, nicht die Autorenschaft.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30815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622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veröffentlicht offenes Modell Nemotron 3.5 Lightning — Geschwindigkeit statt Größe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8006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hat mit Nemotron 3.5 Lightning ein offenes Mixture-of-Experts-Modell mit hybrider Mamba-Transformer-Architektur veröffentlicht: 31,6 Milliarden Gesamtparameter, davon nur 3,6 Milliarden aktiv. Laut Artificial Analysis erreicht es einen Intelligence Index von 24 und schafft fast 670 Token pro Sekunde – etwa doppelt so schnell wie Googles Gemini 3.5 Flash-Lite (386 Token/s). Die Modellgewichte stehen unter der Lizenz OpenMDW-1.1 in BF16- und NVFP4-Format auf Hugging Face bereit.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55961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12. AUGUST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„Aber Marinade“: Forscher extrahieren versteckte Denkprozesse von ChatGPT, Claude und Co.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Forschungsteam um Alexander Panfilov fand eine API-Schwachstelle, über die sich die verschlüsselten internen Denkprozesse (Reasoning-Tokens) von OpenAIs o-Modellen, Anthropics Claude (u. a. Haiku 4.5, Opus 4.8) und Googles Gemini extrahieren lassen. Aus rund 7.000 öffentlich geteilten Sessions fanden die Forschenden 62 API-Keys, 33 E-Mail-Adressen und 33 Passwörter; die Entschlüsselung von 10.000 Traces koste rund 720 US-Dollar. Die verschlüsselten Denkprozesse sind laut den Forschenden vollständig portabel über Sessions, Nutzer und Modelle hinweg innerhalb eines Anbieters.</a:t>
            </a:r>
            <a:endParaRPr lang="en-US" sz="1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12. 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 MeisterPrompter: „Codes für bessere KI-Nutzung“ (eli5, tldr, swot)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the-decoder.de: Fable-5-Prompting-Tipps von Anthropic-Entwickler Thariq Shihipar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 MeisterPrompter: „Was kann ChatGPT Voice?“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(t3n-meisterprompter.podigee.io)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 online: „Revolution im Daten-Dschungel“ — KI und Testdatengenerierung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 online c't KI-Wissen 2026: „So entkommen Sie dem Räderwerk der KI“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2026-08-12T06:15:51Z</dcterms:created>
  <dcterms:modified xsi:type="dcterms:W3CDTF">2026-08-12T06:15:51Z</dcterms:modified>
</cp:coreProperties>
</file>