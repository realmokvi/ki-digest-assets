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heise.de/news/Anthropic-veroeffentlicht-Claude-Opus-5-5-Fokus-auf-Effizienz-und-Sicherheit-11462270.html" TargetMode="External"/><Relationship Id="rId2" Type="http://schemas.openxmlformats.org/officeDocument/2006/relationships/hyperlink" Target="https://the-decoder.de/openai-bringt-gpt-6-sol-und-luna-und-senkt-api-preise-um-50-prozent/" TargetMode="External"/><Relationship Id="rId3" Type="http://schemas.openxmlformats.org/officeDocument/2006/relationships/hyperlink" Target="https://www.heise.de/news/MiMo-V2-6-Pro-Neues-Modell-fuehrt-Open-Weight-Ranking-an-11462212.html" TargetMode="External"/><Relationship Id="rId4" Type="http://schemas.openxmlformats.org/officeDocument/2006/relationships/hyperlink" Target="https://www.heise.de/news/Splunk-laesst-KI-Agenten-Angriffswege-statt-Alarme-jagen-11460947.html"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heise.de/ratgeber/ChatGPT-Claude-und-Gemini-KI-Token-sparen-Kosten-senken-11395433.html"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Schaeden-durch-KI-EU-diskutiert-neue-Haftungsregeln-11461732.html" TargetMode="External"/><Relationship Id="rId2" Type="http://schemas.openxmlformats.org/officeDocument/2006/relationships/hyperlink" Target="https://the-decoder.de/openai-fordert-internationale-standards-fuer-ki-die-sich-selbst-verbessern-koennte/" TargetMode="External"/><Relationship Id="rId3" Type="http://schemas.openxmlformats.org/officeDocument/2006/relationships/hyperlink" Target="https://www.heise.de/news/Donald-Trump-Kuenstliche-Intelligenz-heisst-jetzt-Superintelligenz-11462538.html" TargetMode="External"/><Relationship Id="rId4" Type="http://schemas.openxmlformats.org/officeDocument/2006/relationships/hyperlink" Target="https://t3n.de/news/ki-modell-bitterstoffe-proteine-1764687/" TargetMode="External"/><Relationship Id="rId5" Type="http://schemas.openxmlformats.org/officeDocument/2006/relationships/hyperlink" Target="https://t3n.de/news/ki-ueberwachung-waermetauscher-atomreaktor-1764697/" TargetMode="External"/><Relationship Id="rId6" Type="http://schemas.openxmlformats.org/officeDocument/2006/relationships/hyperlink" Target="https://t3n.de/news/studie-als-ki-agent-stanford-tool-macht-forschungsartikel-interaktiv-1764493/" TargetMode="External"/><Relationship Id="rId7" Type="http://schemas.openxmlformats.org/officeDocument/2006/relationships/hyperlink" Target="https://the-decoder.de/openais-neues-ki-modell-soll-mehr-als-100-offene-mathe-probleme-in-nur-einem-monat-geloest-haben/" TargetMode="External"/><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Qwen-Image-2-1-Neues-KI-Bildmodell-von-Alibaba-mit-Transparenzfeature-11461387.html" TargetMode="External"/><Relationship Id="rId2" Type="http://schemas.openxmlformats.org/officeDocument/2006/relationships/hyperlink" Target="https://www.heise.de/news/Liebling-ich-habe-die-Chatbots-geschrumpft-11460614.html" TargetMode="External"/><Relationship Id="rId3" Type="http://schemas.openxmlformats.org/officeDocument/2006/relationships/hyperlink" Target="https://the-decoder.de/anthropic-baut-eigenes-biologielabor-fuer-ki-gestuetzte-medikamentenentwicklung-auf/" TargetMode="External"/><Relationship Id="rId4" Type="http://schemas.openxmlformats.org/officeDocument/2006/relationships/hyperlink" Target="https://www.heise.de/news/Vodafone-und-Ericsson-testen-KI-Live-Uebersetzung-direkt-im-Mobilfunknetz-11460502.html" TargetMode="External"/><Relationship Id="rId5" Type="http://schemas.openxmlformats.org/officeDocument/2006/relationships/hyperlink" Target="https://www.heise.de/news/Ungereimtheiten-Klage-gegen-KI-Verlangsamung-wegen-Kartellabsprachen-11460492.html" TargetMode="External"/><Relationship Id="rId6" Type="http://schemas.openxmlformats.org/officeDocument/2006/relationships/hyperlink" Target="https://claude.com/blog/maximizing-the-value-of-your-claude-code-sessions" TargetMode="External"/><Relationship Id="rId7" Type="http://schemas.openxmlformats.org/officeDocument/2006/relationships/hyperlink" Target="https://aihero.dev/skills-tdd" TargetMode="External"/><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23. SEPTEMBER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Digest für Praxis, Regulierung und Forschung rund um KI</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23.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Claude Opus 5.5 veröffentlicht</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 hat Claude Opus 5.5 veröffentlicht: laut Unternehmen auf Fable-5.1-Niveau, aber ca. 40% günstiger und 30% schneller als Opus 5. API-Preise: 4 USD/Mio. Input-, 20 USD/Mio. Output-Token, Cache-Reads 60% günstiger; Nutzungslimits für Abo-Nutzer steigen um 20%. Neue automatische Filter für Cyber/Bio/Distillation leiten heikle Anfragen auf ein schwächeres Modell um. Sonnet 5.5 und Haiku 5.5 folgen in den kommenden Wochen.</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bringt GPT-6 Sol und Luna, senkt API-Preise um 50%</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Sol für wiederkehrende komplexe Aufgaben (Softwareentwicklung, Datenanalyse), Luna für Massenaufgaben. Preise um 50% gesenkt: Sol 2/10 USD pro Mio. Input-/Output-Token, Luna 0,10/0,50 USD; 90% Rabatt auf gecachte Input-Token. Unabhängige Benchmarks zeigen laut Artikel Intelligenzwerte auf GPT-5.6-Niveau — der Vorteil liegt vor allem im Preis.</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Xiaomi MiMo-V2.6-Pro — mit Distillation-Vorwurf von Anthropic</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Open-Weight-MoE-Modell (1,02 Bio. Parameter, 42 Mrd. aktiv/Token, bis 1 Mio. Token Kontext), führt laut Artificial-Analysis-Index (46 Punkte) das Open-Weight-Ranking vor GLM-5.3, Kimi K3 und DeepSeek V4.1 Flash an. API: 0,435/0,87 USD pro Mio. Input-/Output-Token. Anthropic wirft Xiaomi vor, über OpenClaw/OpenCode 400.000+ Nutzergespräche in Claude eingespeist zu haben, um Trainingsdaten zu gewinnen (Fall GTG-16008, März/April 2026).</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Splunk/Cisco: KI-Agenten jagen Angriffswege statt Einzelalarme</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Vier spezialisierte SOC-Agenten (Detection &amp; Security Engineering, Threat Hunting, Investigation &amp; Response, Governance &amp; Policy) plus Tool 'Exposure Analytics' auf Cisco-Data-Fabric-Basis. Statt Einzelalarme identifiziert das System ganze Angriffswege, z.B. eine veraltete OpenSSL-Bibliothek als Einstiegspunkt. Folgt Ciscos 'AgenticOps'-Prinzip mit Entscheidungsgewalt bei Menschen.</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23.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3204972"/>
            <a:ext cx="310896" cy="310896"/>
          </a:xfrm>
          <a:prstGeom prst="ellipse">
            <a:avLst/>
          </a:prstGeom>
          <a:solidFill>
            <a:srgbClr val="F0A63D"/>
          </a:solidFill>
          <a:ln/>
        </p:spPr>
      </p:sp>
      <p:sp>
        <p:nvSpPr>
          <p:cNvPr id="5" name="Text 3"/>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Token-Fresser aufspüren: Kosten bei ChatGPT, Claude und Gemini senken</a:t>
            </a:r>
            <a:endParaRPr lang="en-US" sz="1500" dirty="0"/>
          </a:p>
        </p:txBody>
      </p:sp>
      <p:sp>
        <p:nvSpPr>
          <p:cNvPr id="7" name="Text 5"/>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Größte Kostentreiber sind selten die Prompts selbst, sondern Projektwissen, Gedächtnisfunktionen und dauerhaft eingebundene Werkzeuge/MCP-Server. Beispiel: 100 Anfragen mit umfangreichem Werkzeug-Setup können allein für Werkzeugbeschreibungen ~25 USD kosten. Tipp: ungenutzte Tools/Speicherfunktionen deaktivieren, Prompt-Caching und Batch-Verarbeitung nutzen (senkt Kosten laut Artikel um bis zu 90 bzw. 50%).</a:t>
            </a:r>
            <a:endParaRPr lang="en-US" sz="1150" dirty="0"/>
          </a:p>
        </p:txBody>
      </p:sp>
      <p:sp>
        <p:nvSpPr>
          <p:cNvPr id="8" name="Text 6">
            <a:hlinkClick r:id="rId1"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23. SEPTEMBER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EU-Abgeordnete bereiten neuen Anlauf für KI-Haftungsregeln vor</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Nach Rückzug der ursprünglichen 'AI Liability Directive' (Okt. 2025) bereiten vier Europaabgeordnete (EVP, S&amp;D, Renew) einen neuen Antrag vor: bestehende EU-Produkthaftungsregeln sollen explizit auf Frontier-KI-Modelle ausgeweitet werden, da der AI Act hier eine Lücke lasse. KI-Firmen sollen für unvorhergesehene Schäden ihrer Systeme haftbar gemacht werden können.</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fordert internationale Standards gegen unkontrollierte KI-Selbstverbesserung</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Blogpost ruft zu internationalen Standards für 'recursive self-improvement' (RSI) auf, gestützt auf CAISI-Netzwerk, ISO und nationale KI-Sicherheitsinstitute: gemeinsame Messmethoden, Vorfallberichtssysteme, Pflicht zu menschlicher Kontrolle. Warnung: unkontrollierte RSI könne KI 'gefährlicher und weniger kontrollierbar' machen. Keine konkreten Fristen genannt.</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1" name="Text 9"/>
          <p:cNvSpPr/>
          <p:nvPr/>
        </p:nvSpPr>
        <p:spPr>
          <a:xfrm>
            <a:off x="640080" y="6894576"/>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Trump will 'Künstliche Intelligenz' in 'Superintelligenz' umbenennen</a:t>
            </a:r>
            <a:endParaRPr lang="en-US" sz="1500" dirty="0"/>
          </a:p>
        </p:txBody>
      </p:sp>
      <p:sp>
        <p:nvSpPr>
          <p:cNvPr id="12" name="Text 10"/>
          <p:cNvSpPr/>
          <p:nvPr/>
        </p:nvSpPr>
        <p:spPr>
          <a:xfrm>
            <a:off x="640080" y="7461504"/>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Vor der UN-Vollversammlung kündigte Trump an, 'Künstliche Intelligenz' in US-Regierungsdokumenten durch 'Superintelligenz' zu ersetzen ('künstlich' klinge 'fake'). Vorausgegangen war eine von ihm initiierte Online-Umfrage zu Alternativbezeichnungen. Primär Begriffs-/Framing-Initiative, keine materielle Regulierungsmaßnahme.</a:t>
            </a:r>
            <a:endParaRPr lang="en-US" sz="1200" dirty="0"/>
          </a:p>
        </p:txBody>
      </p:sp>
      <p:sp>
        <p:nvSpPr>
          <p:cNvPr id="13" name="Text 11">
            <a:hlinkClick r:id="rId3" tooltip=""/>
          </p:cNvPr>
          <p:cNvSpPr/>
          <p:nvPr/>
        </p:nvSpPr>
        <p:spPr>
          <a:xfrm>
            <a:off x="640080" y="9656064"/>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Text 12"/>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5" name="Text 13"/>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 berechnet Bitterkeit von Pflanzenprotein-Peptiden</a:t>
            </a:r>
            <a:endParaRPr lang="en-US" sz="1500" dirty="0"/>
          </a:p>
        </p:txBody>
      </p:sp>
      <p:sp>
        <p:nvSpPr>
          <p:cNvPr id="16" name="Text 14"/>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TU-München-Forscher kombinieren Protein-Sprachmodell ZymCTRL mit neuronalem Netzwerk BitterPep-GCN, um Bitterkeit von Pflanzenprotein-Peptiden vorherzusagen. Trainiert auf ~500 bekannten bitteren Peptiden, generierte 161 neue Sequenzen; 12-köpfiges Testpanel bestätigte 25 von 31 Vorhersagen. Veröffentlicht in npj Science of Food.</a:t>
            </a:r>
            <a:endParaRPr lang="en-US" sz="1200" dirty="0"/>
          </a:p>
        </p:txBody>
      </p:sp>
      <p:sp>
        <p:nvSpPr>
          <p:cNvPr id="17" name="Text 15">
            <a:hlinkClick r:id="rId4"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18" name="Text 16"/>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 überwacht Wärmetauscher in Atomreaktoren in Echtzeit</a:t>
            </a:r>
            <a:endParaRPr lang="en-US" sz="1500" dirty="0"/>
          </a:p>
        </p:txBody>
      </p:sp>
      <p:sp>
        <p:nvSpPr>
          <p:cNvPr id="19" name="Text 17"/>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Argonne National Laboratory kombiniert faseroptische Temperaturmessung mit ML zur Früherkennung von Blockaden in Wärmetauschern salzgekühlter Hochtemperaturreaktoren. XGBoost erreichte bei starken Blockaden Recall 0,99 bei wenigen Fehlalarmen, schwächer bei sehr frühen Störungen. Nutzt Shapley-Werte für Erklärbarkeit; Reaktortest steht noch aus. Veröffentlicht in Nature Scientific Reports.</a:t>
            </a:r>
            <a:endParaRPr lang="en-US" sz="1200" dirty="0"/>
          </a:p>
        </p:txBody>
      </p:sp>
      <p:sp>
        <p:nvSpPr>
          <p:cNvPr id="20" name="Text 18">
            <a:hlinkClick r:id="rId5"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21" name="Text 19"/>
          <p:cNvSpPr/>
          <p:nvPr/>
        </p:nvSpPr>
        <p:spPr>
          <a:xfrm>
            <a:off x="6370168" y="6894576"/>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Stanford-Tool 'Paper2Agent' macht Papers zu interaktiven KI-Agenten</a:t>
            </a:r>
            <a:endParaRPr lang="en-US" sz="1500" dirty="0"/>
          </a:p>
        </p:txBody>
      </p:sp>
      <p:sp>
        <p:nvSpPr>
          <p:cNvPr id="22" name="Text 20"/>
          <p:cNvSpPr/>
          <p:nvPr/>
        </p:nvSpPr>
        <p:spPr>
          <a:xfrm>
            <a:off x="6370168" y="7461504"/>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Team um James Zou (Stanford) baut aus wissenschaftlichen Manuskripten interaktive KI-Agenten (MCP-Server) für natürlichsprachige Fragen und Methodenübertragung auf neue Datensätze. Aufbau unter einer Stunde für ~15 USD Rechenkosten; im AlphaGenome-Testfall 82-100% Genauigkeit je nach Fragetyp. Veröffentlicht in Nature, Code frei auf Github.</a:t>
            </a:r>
            <a:endParaRPr lang="en-US" sz="1200" dirty="0"/>
          </a:p>
        </p:txBody>
      </p:sp>
      <p:sp>
        <p:nvSpPr>
          <p:cNvPr id="23" name="Text 21">
            <a:hlinkClick r:id="rId6" tooltip=""/>
          </p:cNvPr>
          <p:cNvSpPr/>
          <p:nvPr/>
        </p:nvSpPr>
        <p:spPr>
          <a:xfrm>
            <a:off x="6370168" y="9656064"/>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24" name="Text 22"/>
          <p:cNvSpPr/>
          <p:nvPr/>
        </p:nvSpPr>
        <p:spPr>
          <a:xfrm>
            <a:off x="6370168" y="9656064"/>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internes Modell soll 100+ Mathe-Probleme gelöst haben — Fields-Medaillisten warnen</a:t>
            </a:r>
            <a:endParaRPr lang="en-US" sz="1500" dirty="0"/>
          </a:p>
        </p:txBody>
      </p:sp>
      <p:sp>
        <p:nvSpPr>
          <p:cNvPr id="25" name="Text 23"/>
          <p:cNvSpPr/>
          <p:nvPr/>
        </p:nvSpPr>
        <p:spPr>
          <a:xfrm>
            <a:off x="6370168" y="10222992"/>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Internes OpenAI-Modell soll laut Firmenangabe in rund einem Monat über 100 offene Mathe-Probleme gelöst haben, darunter Teile von Navier-Stokes und die Hodge-Vermutung. 25 Fields-Medaillenträger unterzeichneten Warnbrief vor Verlust 'konzeptionellen Verständnisses'; OpenAI gründete Advisory Group am Institute for Advanced Study. Unabhängige Verifizierung steht noch aus.</a:t>
            </a:r>
            <a:endParaRPr lang="en-US" sz="1200" dirty="0"/>
          </a:p>
        </p:txBody>
      </p:sp>
      <p:sp>
        <p:nvSpPr>
          <p:cNvPr id="26" name="Text 24">
            <a:hlinkClick r:id="rId7" tooltip=""/>
          </p:cNvPr>
          <p:cNvSpPr/>
          <p:nvPr/>
        </p:nvSpPr>
        <p:spPr>
          <a:xfrm>
            <a:off x="6370168" y="12417552"/>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23. SEPTEMBER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Alibaba veröffentlicht Bild-KI Qwen-Image-2.1 mit Transparenzfeature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PrismML Bonsai 2 27B: 'geschrumpfte Chatbots' für 4-GB-RAM-Betrieb</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Anthropic baut eigenes Biologielabor für KI-Wirkstoffforschung auf</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Vodafone/Ericsson testen KI-Live-Übersetzung im Mobilfunknetz</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Kartellklage gegen KI-Firmen wegen 'KI-Tempolimit'-Absprache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Claude Code Sessions optimieren (Caching-/Kontext-Tipps)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(claude.com)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Der /tdd Skill: Red-Green-Loop für TDD-Agenten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(aihero.dev)</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2026-09-23T06:30:03Z</dcterms:created>
  <dcterms:modified xsi:type="dcterms:W3CDTF">2026-09-23T06:30:03Z</dcterms:modified>
</cp:coreProperties>
</file>