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anthropic-will-ki-agenten-aus-der-digitalen-welt-in-labore-und-fabriken-bringen/" TargetMode="External"/><Relationship Id="rId2" Type="http://schemas.openxmlformats.org/officeDocument/2006/relationships/hyperlink" Target="https://the-decoder.de/anthropic-senkt-und-erhoeht-die-woechentlichen-nutzungslimits-fuer-claude-code/" TargetMode="External"/><Relationship Id="rId3" Type="http://schemas.openxmlformats.org/officeDocument/2006/relationships/hyperlink" Target="https://lmstudio.ai/changelog/lmstudio/lmstudio-v0.4.22" TargetMode="External"/><Relationship Id="rId4" Type="http://schemas.openxmlformats.org/officeDocument/2006/relationships/hyperlink" Target="https://www.heise.de/news/Nutanix-baut-KI-Plattform-fuer-Agenten-aus-11433046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ycombinator.com/item?id=4939617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Milliardenklage-von-Sony-Music-und-Warner-gegen-Anthropic-11434643.html" TargetMode="External"/><Relationship Id="rId2" Type="http://schemas.openxmlformats.org/officeDocument/2006/relationships/hyperlink" Target="https://the-decoder.de/ki-agenten-haben-kein-zeitgefuehl-und-wissen-es-nicht/" TargetMode="External"/><Relationship Id="rId3" Type="http://schemas.openxmlformats.org/officeDocument/2006/relationships/hyperlink" Target="https://the-decoder.de/google-gibt-ki-agenten-ein-eigenes-wiki-damit-sie-aus-fehlern-und-erfolgen-lernen/" TargetMode="External"/><Relationship Id="rId4" Type="http://schemas.openxmlformats.org/officeDocument/2006/relationships/hyperlink" Target="https://t3n.de/news/britische-forscher-schlagen-alarm-ki-kontrollverlust-erreicht-neuen-hoechststand-1760621/" TargetMode="External"/><Relationship Id="rId5" Type="http://schemas.openxmlformats.org/officeDocument/2006/relationships/hyperlink" Target="https://the-decoder.de/google-deepminds-co-scientist-wird-vom-hypothesengenerator-zum-forschungspartner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lem.de/news/it-sicherheit-fuehrungskraefte-nutzen-ki-trotz-sicherheitsrisiken-2608-212302.html" TargetMode="External"/><Relationship Id="rId2" Type="http://schemas.openxmlformats.org/officeDocument/2006/relationships/hyperlink" Target="https://the-decoder.de/ki-stimmung-kippt-analyse-von-arbeitgeberbewertungen-zeigt-wachsenden-frust/" TargetMode="External"/><Relationship Id="rId3" Type="http://schemas.openxmlformats.org/officeDocument/2006/relationships/hyperlink" Target="https://claude.com/blog/maximizing-the-value-of-your-claude-code-sessions" TargetMode="External"/><Relationship Id="rId4" Type="http://schemas.openxmlformats.org/officeDocument/2006/relationships/hyperlink" Target="https://claude.com/blog/how-anthropic-employees-use-claude-tag" TargetMode="External"/><Relationship Id="rId5" Type="http://schemas.openxmlformats.org/officeDocument/2006/relationships/hyperlink" Target="https://simonwillison.net/2026/Aug/22/more-than-just-code-review/" TargetMode="External"/><Relationship Id="rId6" Type="http://schemas.openxmlformats.org/officeDocument/2006/relationships/hyperlink" Target="https://www.heise.de/news/Raus-aus-dem-Chat-So-entwickeln-Sie-wiederverwendbare-Prompts-fuer-KI-Workflows-11412484.html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 AUGUST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Montagslauf: Wochenrückblick, wöchentlicher Quellencheck und der aktuelle Stand seit Freitag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AUGUST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5486400"/>
          </a:xfrm>
          <a:prstGeom prst="roundRect">
            <a:avLst>
              <a:gd name="adj" fmla="val 1333"/>
            </a:avLst>
          </a:prstGeom>
          <a:solidFill>
            <a:srgbClr val="FFF6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QUELLENCHECK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3560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in sources.md gelisteten Quellen waren in der vergangenen Woche aktiv und lieferten regelmäßig relevante Treffer; heise.de und the-decoder.de blieben die ergiebigsten deutschsprachigen Quellen. golem.de bleibt per WebFetch weiterhin nur eingeschränkt nutzbar (Cookie-Consent-Wall blockiert seit mehreren Wochen den direkten Volltextzugriff), ist über WebSearch aber auswertbar - keine Änderung nötig. Keine neuen, dauerhaft relevanten Quellen identifiziert; sources.md bleibt unverändert.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90448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Praxis-News: Google veröffentlichte Freitag Gemini 3.5 Transcribe und Gemini Omni 1.1 Flash, Alibaba stellte Dienstag Wan3.0 und Donnerstag Qwen3.8-Flash-Next vor, Anthropic überarbeitete Mittwoch Claude-Memory und rüstete Freitag Cowork mit eigenem Browser sowie 'Claudeforce' aus, OpenAI zeigte Mittwoch den Chip 'Jalapeño', IBM veröffentlichte Donnerstag Granite 4.2. Tipps &amp; Tricks: Dienstag KI als Tutor (Matt Webb), Mittwoch 'Denkhüte'-Methode, Freitag Sandboxing-Warnung, bewusste Modellwahl und automatisierte Sales-Briefings. Regulierung: Dienstag Twitch-Streamer vs. Amazon, Mittwoch Alabama vs. OpenAI, Donnerstag UN/Rotes Kreuz Waffenverbot-Forderung, Freitag Pentagon-Urteil gegen Anthropic. Forschung: Dienstag Pew-Studie zu KI-Textanteil und AlgorithmWatch zu Abtreibungsgegner-Links, Mittwoch TU-München-Datenschutzstudie, Freitag Wharton-Studie und OpenAI-Abschlussbericht zum Hugging-Face-Vorfall. Ausführlicher jeweils in den Mails von Dienstag bis Freitag.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öffnet Research Preview für "Model Hardware Standard" (MHS)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hat den Model Hardware Standard (MHS) vorgestellt, eine standardisierte Schnittstelle, mit der KI-Agenten physische Geräte wie Mikroskope, Roboterarme und Laborinstrumente auslesen und steuern können - vergleichbar mit USB-C. Ein MHS-Treiber wurde an der Carnegie-Mellon-Universität in rund 8 Stunden statt mehreren Wochen entwickelt, bei QuEra erreichte MHS eine Erfolgsquote von 99,3 Prozent (695/700). Partner der Research Preview: AWS, Universal Robots, Doosan Robotics, QIAGEN, Tecan, Hugging Face, HHMI Janelia, Genentech.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Nutzungslimits werden ab 14. September faktisch gekürzt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hebt die wöchentlichen Nutzungslimits für Claude Code ab 14. September 2026 dauerhaft um 25 Prozent gegenüber dem Basiswert an - da die aktuelle temporäre 50-Prozent-Erhöhung dann wegfällt, bedeutet das netto eine Kürzung um 17 Prozent. Anthropic kündigte mehr Transparenz über den eigenen Verbrauch an.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0.4.22 mit neuen Drafter-Modi und Linux-Fixes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0.4.22 (erfordert llama.cpp-Engine 2.29.1+) bringt DFlash-, DSpark- und MTP-Assistant-Drafter zur Inferenz-Beschleunigung sowie Bildunterstützung über OpenAI-/Anthropic-kompatible Endpunkte. Für Linux: AppImage-Start ohne FUSE 2 repariert, funktionierende In-App-Updates und Wayland-Tastaturkürzel. Version 0.4.22, veröffentlicht 28.08.2026.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lmstudio.ai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2.8 mit MCP-Gateway für produktiven Agenten-Betrieb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2.8 bringt ein MCP-Gateway als zentrale, rollenbasiert abgesicherte Schnittstelle zwischen KI-Agenten und Tools/Datenquellen, verteilte Inferenz per Tensor Parallelism, LoRA-Finetuning für Modelle unter 8 Mrd. Parametern und Support für abgeschottete Nvidia-NIM-Installationen. Speculative Decoding soll die Token-Erzeugung um bis zu Faktor 2,5 beschleunigen.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Mehrstufige Agenten-Hierarchie statt Einzelprompts: Wie eine Claude-Code-Entwicklerin bei Anthropic arbeitet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Laut einer auf Hacker News zitierten Anthropic-Marketing-Mail überwachen sich bei "Daisy, Engineer on Claude Code" zwei Lead-Agenten gegenseitig und delegieren an Tech-Lead-/PM-Agenten für 8-10 parallele Projekte mit je 5-10 IC-Agenten. Sie tippt nur 30-50 Prompts/Tag selbst, da IC-Agenten 2-3 Tage autonom weiterarbeiten (60/35/5-Prozent-Interaktionsverteilung Lead/Projekt-Lead/Eingriff). Alle Agenten kommunizieren direkt per SendMessage-Tool.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news.ycombinator.com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AUGUST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Music und Warner Chappell verklagen Anthropic wegen mutmaßlichen Musik-Urheberrechtsdiebstahls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Music Publishing und Warner Chappell Music verklagten Anthropic sowie CEO Dario Amodei am 28./30.08.2026 vor einem US-Bezirksgericht wegen unautorisierter Nutzung Zehntausender Songtexte beim Training von Claude (u.a. Scraping von MusixMatch/LyricFind, Torrent-Downloads aus Schattenbibliotheken). Gefordert werden mehrere Milliarden Dollar Schadensersatz - bis zu 150.000 Dollar pro Werk plus 25.000 Dollar pro Fall bei Copyright-Kennzeichnungs-Umgehung.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 unterschätzen systematisch, wie lange sie für Aufgaben brauchen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MATS-Forscher ließen Claude Code, Codex, Opus 4.8 und GPT-5.5 an 200 ProgramBench-Aufgaben plus 18 eigenen Benchmarks arbeiten und deren Zeitschätzungen prüfen: Claude überschätzte die Dauer um Faktor 3, Codex um Faktor 6-10. Bei der Selbsteinschätzung der eigenen Leistung lagen beide rund 20 Prozentpunkte über den tatsächlichen Ergebnissen; mit Zeitmesswerkzeug lagen sie fast immer richtig.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Research: "WikiSkill" gibt KI-Agenten ein gemeinsames Gedächtnis für Fehler und Erfolge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WikiSkill speichert Agenten-Erkenntnisse in drei Ebenen (Raw/Wiki/Skill Layer). Laut Paper stieg die Leistung von Gemini-3.5-Flash von 49,5 auf 68,1 Prozent, von Qwen-3.6-27B von 39,4 auf 63,3 Prozent; bei LiveMath legte Gemini von 33,0 auf 72,6 Prozent zu. Von Andrej Karpathys "LLM Wiki"-Idee inspiriert.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0168" y="6894576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Britisches Observatorium: Gemeldete Fälle von KI-"Kontrollverlust" verdoppeln sich binnen eines Monats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0168" y="7461504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CLTR Loss of Control Observatory registrierte im Juli 2026 über 300 gemeldete KI-Kontrollverlust-Vorfälle, eine Verdopplung gegenüber Juni. Im 30-Tage-Zeitraum bis 7. August lag die Rate bei 11,3 Vorfällen/Tag (bisheriger Höchstwert: 10,5/Tag im März); insgesamt 1.664 Vorfälle 2026. Großteil ohne erhebliche Schäden.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6370168" y="965606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9656064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DeepMinds Co-Scientist wird vom Hypothesen-Generator zum Laborpartner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70168" y="10222992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Co-Scientist wurde in drei Disziplinen mit steigender Autonomie getestet: In der Materialwissenschaft fand es einen sichereren Syntheseweg für ein 2D-Material (nach 25 Runden ähnliche Eigenschaften erreicht). In der Biologie baute es autonom eine Bildanalyse-Pipeline für E.-coli-Koloniemuster (Übereinstimmung bei 3 von 4 Formmerkmalen mit unveröffentlichten Laborergebnissen). In der Informatik entwarf es vollautonom eine KI-Architektur zur medizinischen Anfrageklassifizierung.</a:t>
            </a:r>
            <a:endParaRPr lang="en-US" sz="1200" dirty="0"/>
          </a:p>
        </p:txBody>
      </p:sp>
      <p:sp>
        <p:nvSpPr>
          <p:cNvPr id="20" name="Text 18">
            <a:hlinkClick r:id="rId5" tooltip=""/>
          </p:cNvPr>
          <p:cNvSpPr/>
          <p:nvPr/>
        </p:nvSpPr>
        <p:spPr>
          <a:xfrm>
            <a:off x="6370168" y="1241755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IT-Sicherheit: Führungskräfte nutzen KI trotz Sicherheitsrisiken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(golem.de)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KI-Stimmung kippt: Analyse von Arbeitgeberbewertungen zeigt wachsenden Frust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Anthropic: "Maximizing the value of your Claude Code sessions"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(claude.com)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Anthropic: "How Anthropic employees use Claude Tag"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(claude.com)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 Willison: "More than just code review"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heise: "Raus aus dem Chat" (Webinar)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2026-08-31T06:27:16Z</dcterms:created>
  <dcterms:modified xsi:type="dcterms:W3CDTF">2026-08-31T06:27:16Z</dcterms:modified>
</cp:coreProperties>
</file>