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openai-senkt-preise-guenstige-gpt-5-6-modelle-werden-noch-viel-guenstiger/" TargetMode="External"/><Relationship Id="rId2" Type="http://schemas.openxmlformats.org/officeDocument/2006/relationships/hyperlink" Target="https://deepmind.google/blog/gemini-robotics-2-brings-whole-body-intelligence-to-robots/" TargetMode="External"/><Relationship Id="rId3" Type="http://schemas.openxmlformats.org/officeDocument/2006/relationships/hyperlink" Target="https://blog.google/innovation-and-ai/products/gemini-app/gemini-spark-updates-july-2026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3n.de/news/spracheingabe-prompt-engineering-ki-chatgpt-openai-zukunft-arbeit-1755508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blog/changelog/2026-07-30-github-copilot-in-visual-studio-july-update/" TargetMode="External"/><Relationship Id="rId2" Type="http://schemas.openxmlformats.org/officeDocument/2006/relationships/hyperlink" Target="https://www.heise.de/news/Amazon-faehrt-die-meisten-hauseigenen-Nova-KI-Modelle-zurueck-11382549.html" TargetMode="External"/><Relationship Id="rId3" Type="http://schemas.openxmlformats.org/officeDocument/2006/relationships/hyperlink" Target="https://openai.com/index/chatgpt-for-academic-researchers/" TargetMode="External"/><Relationship Id="rId4" Type="http://schemas.openxmlformats.org/officeDocument/2006/relationships/hyperlink" Target="https://github.blog/changelog/2026-07-28-grok-4-5-is-now-available-in-github-copilot/" TargetMode="External"/><Relationship Id="rId5" Type="http://schemas.openxmlformats.org/officeDocument/2006/relationships/hyperlink" Target="https://t3n.de/news/was-ki-ueber-dich-weiss-1755252/" TargetMode="External"/><Relationship Id="rId6" Type="http://schemas.openxmlformats.org/officeDocument/2006/relationships/hyperlink" Target="https://www.heise.de/news/Neue-Befugnisse-Bundesnetzagentur-uebernimmt-KI-Aufsicht-in-Deutschland-11383935.html" TargetMode="External"/><Relationship Id="rId7" Type="http://schemas.openxmlformats.org/officeDocument/2006/relationships/hyperlink" Target="https://t3n.de/news/mythos-knackt-verschluesselung-1755434/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 JULI 2026 · TEST-LAUF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Status-Update / manueller Testlauf — kein offizieller Tages-Digest. Fasst den letzten planmäßigen Lauf von heute 08:29 Uhr zusammen und nennt neue Themen seither.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31. JULI 2026 · TEST-LAUF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11535" cy="5486400"/>
          </a:xfrm>
          <a:prstGeom prst="roundRect">
            <a:avLst>
              <a:gd name="adj" fmla="val 1333"/>
            </a:avLst>
          </a:prstGeom>
          <a:solidFill>
            <a:srgbClr val="FFF6E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43000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35608"/>
            <a:ext cx="10180015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Letzter planmäßiger Lauf: heute, 31.07.2026, 08:29 Uhr (Mail „KI-Update 31.07.2026“, 5 Themen gemeldet). Kurzrecherche für den Zeitraum 08:29–10:01 Uhr in den üblichen Quellen (heise, golem, the-decoder, t3n, EU-Regulierungsquellen) ergab keine neuen, bisher nicht gemeldeten Themen. Unten zur Übersicht die bereits im offiziellen Lauf gemeldeten Inhalte.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31. JULI 2026 · TEST-LAUF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285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285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011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senkt Preise für GPT-5.6 Luna und Terra drastisch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8669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senkte zum 30.07.2026 die API-Preise für GPT-5.6 Luna um 80% (neu: 0,20 $ / 1,20 $ pro Mio. Input-/Output-Token, vorher 1 $ / 6 $) und für Terra um 20% (neu: 2 $ / 12 $ pro Mio. Token); das Flaggschiff Sol bleibt bei 5 $ / 30 $ unverändert. Laut OpenAI ermöglichten Infrastruktur-Optimierungen (u.a. eigene GPU-Kernel, spekulatives Decodieren) rund 20% geringere Betriebskosten — Sol habe zudem am eigenen Inferenz-Stack mitgeschrieben. Hintergrund ist auch der Preisdruck durch günstigere chinesische Modelle wie Kimi K3.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6624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stellt Gemini Robotics 2 vor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präsentierte am 30.07.2026 eine dreiteilige Robotik-Modellfamilie: Gemini Robotics 2 steuert als Vision-Language-Action-Modell erstmals einen kompletten Humanoiden von den Füßen bis zu den Fingern unter einer einzigen Policy, ergänzt um eine Planungs-/Reasoning-Schicht (ER 2) und eine offline lauffähige On-Device-Variante. Ein neuer Sicherheits-Benchmark „ASIMOV-Agentic“ prüft, ob der Roboter gefährliche oder unmögliche Anweisungen erkennt und ablehnt. Laut DeepMind erreichte das System bei einem Testfall (Ausschrauben einer Glühbirne) 92% Erfolgsquote.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deepmind.google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8813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813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8539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Spark: Chrome-Auto-Browse und Ausweitung auf über 160 Länder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52197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Googles persönlicher KI-Agent „Gemini Spark“ kann seit 30.07.2026 per Chrome-Auto-Browse eigenständig im Desktop-Browser agieren — inklusive Nutzung eingeloggter Konten und gespeicherter Passwörter für Aufgaben wie Terminbuchungen oder Flugbuchungen; bei Zahlungen ist eine Bestätigung nötig. Gleichzeitig wurde der Zugang für Google-AI-Pro-Abonnenten (20 $/Monat) auf über 160 weitere Länder ausgeweitet, darunter Australien, Kanada, Hongkong, Indien, Japan und Südkorea; EU, UK, Schweiz und Nigeria bleiben ausgeschlossen. Das Chrome-Feature selbst startet zunächst nur in den USA.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60152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blog.google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31. JULI 2026 · TEST-LAUF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„Sprechen statt tippen“ — Voice-Prompting im OpenAI-Arbeitsalltag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Hudlberger, laut t3n-Podcast „MeisterPrompter“ AGI Deployment Engineer bei OpenAI, arbeitet inzwischen überwiegend mit Mikrofon statt Tastatur. Sein Argument: Beim Sprechen liefert man automatisch mehr Kontext mit als beim Tippen, was sich messbar positiv auf die KI-Ausgabe auswirkt. Im Münchner OpenAI-Büro erproben Mitarbeitende diese Arbeitsweise laut Artikel bereits im Alltag — mit Ansteckmikrofonen statt Headset.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t3n.de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31. JULI 2026 · TEST-LAUF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31. JULI 2026 · TEST-LAUF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Copilot in Visual Studio — Juli-Update mit neuem SDK-Agenten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(github.blog)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 stuft Nova-KI-Modelle auf Wartungsbetrieb herab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 startet „ChatGPT for Academic Researchers“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(openai.com)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Copilot erhält Grok 4.5 (xAI-Modell)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(github.blog)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t3n: „KI weiß viele Details über dich“ — Chatbot-Gedächtnis löschen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Bundesnetzagentur übernimmt KI-Aufsicht in Deutschland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Anthropic: „Claude Mythos“ findet Schwachstellen in HAWK- und AES-Kryptografie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(t3n.de)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2026-07-31T08:06:15Z</dcterms:created>
  <dcterms:modified xsi:type="dcterms:W3CDTF">2026-07-31T08:06:15Z</dcterms:modified>
</cp:coreProperties>
</file>