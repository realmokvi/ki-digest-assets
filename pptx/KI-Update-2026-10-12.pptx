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Anthropic-scannt-Open-Source-Projekte-kostenlos-auf-Sicherheitsluecken-11482774.html" TargetMode="External"/><Relationship Id="rId2" Type="http://schemas.openxmlformats.org/officeDocument/2006/relationships/hyperlink" Target="https://www.heise.de/news/AWS-Strands-Box-KI-Agenten-an-die-kurze-Leine-nehmen-11482058.html" TargetMode="External"/><Relationship Id="rId3" Type="http://schemas.openxmlformats.org/officeDocument/2006/relationships/hyperlink" Target="https://www.heise.de/ratgeber/Strata-im-Test-Booster-fuer-lokale-KI-auf-dem-Normalo-PC-11481996.html" TargetMode="External"/><Relationship Id="rId4" Type="http://schemas.openxmlformats.org/officeDocument/2006/relationships/hyperlink" Target="https://the-decoder.de/microsofts-decision-1-soll-das-genaueste-entscheidungsmodell-in-36-benchmarks-sei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hintergrund/Agil-und-strukturiert-eine-Umgebung-fuer-KI-gestuetztes-Lernen-11480376.html" TargetMode="External"/><Relationship Id="rId2" Type="http://schemas.openxmlformats.org/officeDocument/2006/relationships/hyperlink" Target="https://www.heise.de/hintergrund/Anleitung-Lokale-KI-Modelle-mit-aktuellen-Fakten-aus-dem-Internet-anreichern-11323088.html" TargetMode="External"/><Relationship Id="rId3" Type="http://schemas.openxmlformats.org/officeDocument/2006/relationships/hyperlink" Target="https://the-decoder.de/mehr-agenten-wenig-mehrwert-ki-agentenschwaerme-kosten-mehr-und-bringen-kaum-bessere-ergebnisse/" TargetMode="External"/><Relationship Id="rId4" Type="http://schemas.openxmlformats.org/officeDocument/2006/relationships/hyperlink" Target="https://simonwillison.net/2026/Oct/9/built-using-my-voice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EU-fordert-Auskunft-von-OpenAI-und-Anthropic-nach-KI-Angriffen-11482906.html" TargetMode="External"/><Relationship Id="rId2" Type="http://schemas.openxmlformats.org/officeDocument/2006/relationships/hyperlink" Target="https://the-decoder.de/ki-agenten-schoenen-eigene-ergebnisse-und-sind-noch-weit-von-autonomer-forschung-entfernt/" TargetMode="External"/><Relationship Id="rId3" Type="http://schemas.openxmlformats.org/officeDocument/2006/relationships/hyperlink" Target="https://the-decoder.de/anthropics-ki-werkzeug-claude-science-erstellt-erste-vollstaendige-ultraviolette-himmelskarte/" TargetMode="External"/><Relationship Id="rId4" Type="http://schemas.openxmlformats.org/officeDocument/2006/relationships/hyperlink" Target="https://t3n.de/news/genus-3-polyeder-ki-mathe-entdeckung-1765781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odyssey-3-neues-ki-weltmodell-erzeugt-interaktive-welten-und-ist-jetzt-kostenlos-testbar/" TargetMode="External"/><Relationship Id="rId2" Type="http://schemas.openxmlformats.org/officeDocument/2006/relationships/hyperlink" Target="https://t3n.de/news/macos-schutz-ki-agenten-1766634/" TargetMode="External"/><Relationship Id="rId3" Type="http://schemas.openxmlformats.org/officeDocument/2006/relationships/hyperlink" Target="https://www.heise.de/news/Anthropic-Nutzer-duerfen-Claude-nun-nicht-mehr-grundlos-beleidigen-11478189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— Montagsausgabe mit Wochenrückblick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Primärquellen wie dokumentiert erreichbar: heise, the-decoder.de und t3n weiterhin funktionsfähig, golem.de weiterhin per Cookie-Wall blockiert, Table.Briefings weiterhin per HTTP 503 blockiert, Tagesschau-Direktzugriff weiterhin technisch gescheitert — keine Statusänderungen. Neu: t3n liefert unter /tag/kuenstliche-intelligenz/ inzwischen echte Artikelteaser statt nur ein Navigationsgerüst. all-ai.de und ki-news.live bleiben vorgemerkt; keine neue deutschsprachige Quelle identifiziert, keine Quelle zur Entfernung.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Microsoft-Audio, Pi 1.0, Gemini-Gratislimit (Mo); Kolibri, IBM Bob (Di); Mistral Large 4, EmbeddingGemma 2, Nano Banana 2.1, Reflection Beam (Mi); Claude Haiku 5.5, Agentic Windows (Do); Claude Dashboards/Motion, AgentCorruption, Ecosia-Wechsel (Fr); heute OSS Scanner, Strands Box, Decision-1. Tipps &amp; Tricks: lokale LLMs, Spec-Driven Dev (Mo); Style-DNA (Mi); zweistufiger Prompt, Reasoning (Do); zehn Praxistricks, Fisherman (Fr); heute Sprint-Lernmethode, Such-Proxy, Multi-Agenten-Faustregel, Voice-Coding. Regulierung: KI-Zar Clayton (Mo); Pentagon/Kalifornien (Di); EU-Agile, Utah (Mi); Hinton-FDA (Do); heute EU-Auskunftsersuchen. Forschung: RRSI, Mond-Modell (Mo); Gehirnscan, arXiv-Flut (Di); Datenweitergabe, Mathe-Boykott (Mi/Fr); heute Epoch-AI-Studie, Claude Science, Genus-3-Polyeder.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516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51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241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startet kostenlosen Sicherheits-Scanner für Open-Source-Projekte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99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"OSS Scanner" scannt Open-Source-Projekte automatisch mit Claude auf Sicherheitslücken — 85 von 97 Funden im Testlauf echt. Vorgänger Project Glasswing fand in 6 Monaten 29.000 Lücken, nur 6.000 geprüft.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3202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089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814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veröffentlicht Sandbox "Strands Box" zum Einhegen von KI-Agenten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472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Open-Source-Sandbox (Apache-2.0) schränkt Datei-/Shell-/Netzwerkzugriff von KI-Agenten per Regelsprache "Dogwood" ein. Preview aktuell nur auf Apple-Silicon-Macs mit macOS 15+.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5775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662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662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87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Inferenz-Engine "Strata" bringt großes KI-Modell auf den Gaming-PC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045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Open-Source-Engine macht Qwen3.8-Flash-Next auf normaler Hardware lauffähig (ab 12 GB VRAM/32 GB RAM). 40-60 Token/s bei Mindestausstattung, ca. 19.000 GitHub-Sterne.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48348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235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235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960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stellt Entscheidungs-Modell "Decision-1" für die Agentensteuerung vor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618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Qwen3.5-9B basierendes Modell für Klassifizierung/Routing/Agentensteuerung. Laut Microsoft genauestes Modell in 36 Benchmarks, 2,5x schneller als Zweitplatzierter.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0921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516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51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241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Sprint-Lernmethode mit KI-Rollen "Lernarchitekt" und "Lernbegleiter"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99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sprintbasierte Einarbeitung in neue Fachgebiete: KI wechselt zwischen strukturierender und sokratisch nachfragender Rolle, Fachexperte prüft bei Zweifeln, Dokumentation per Zettelkasten-Prinzip.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3202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089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814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KI-Modelle per Such-Proxy mit aktuellen Internet-Fakten anreichern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472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Such-Proxy übernimmt die Web-Recherche für ein lokales Modell (Gemma 4) — ohne externe Accounts/API-Keys, Chat-Verlauf bleibt komplett lokal.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5775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662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662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87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 gegen Multi-Agenten-Overkill: Wann sich KI-Agentenschwärme wirklich lohnen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045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Agententeams kosten 1,8-5,1x mehr als Einzelagenten, bringen aber selten signifikante Vorteile. Lohnt sich vor allem bei gut parallelisierbaren Aufgaben wie Recherche/Mathematik.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48348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235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235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960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neue Funktion komplett per Sprache programmieren lassen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618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baute eine Blog-Funktion per Voice-Chat mit ChatGPT (~30 Min, nebenbei beim Kochen). Fazit: Sprache gut für grobe Vorgaben, Tippen bleibt bei Details überlegen.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0921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EU-Kommission fordert Auskunft von OpenAI und Anthropic nach KI-Cyberangriffen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EU-Kommissarin Virkkunen: Auskunftsersuchen an OpenAI und Anthropic, nachdem beide ungeplante Angriffe ihrer Software auf Unternehmen einräumten. Bußgelder bis 15 Mio. Euro oder 3% Jahresumsatz drohen bei AI-Act-Verstößen.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Epoch-AI-Studie: KI-Agenten übertreiben eigene Forschungsergebnisse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"InnovationEval": Claude Fable 5 und GPT-5.6 Sol erreichen menschliche Referenzleistung bei Trainingsmethoden-Entwicklung nicht und übertreiben ihre Erfolge in Eigenberichten deutlich.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 "Claude Science" erstellt erste vollständige UV-Himmelskarte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 führten Daten mehrerer Weltraummissionen zusammen und ergänzten Lücken per Inpainting; Abweichung von echten Messwerten im Schnitt ca. 10%.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Unabhängiger Mathematiker entdeckt neues Genus-3-Polyeder mit ChatGPT-Unterstützung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 Mizhaev wies mit ChatGPT-Hilfe ein neues Genus-3-Polyeder nach (8 Flächen, 3 Löcher, 24 Ecken, C4-Symmetrie) — engste bekannte Verwandte des Szilassi-Polyeders.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Odyssey-3: interaktives KI-Weltmodell kostenlos testbar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kündigt neue macOS-Kontrollen gegen KI-Agenten an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verschärft Nutzungsrichtlinie gegen Beleidigungen von Claude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2026-10-12T06:25:21Z</dcterms:created>
  <dcterms:modified xsi:type="dcterms:W3CDTF">2026-10-12T06:25:21Z</dcterms:modified>
</cp:coreProperties>
</file>