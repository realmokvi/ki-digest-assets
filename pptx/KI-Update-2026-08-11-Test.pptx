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Meta-veroeffentlicht-Muse-Glimmer-Offenes-30-Milliarden-Parameter-Modell-11409218.html" TargetMode="External"/><Relationship Id="rId2" Type="http://schemas.openxmlformats.org/officeDocument/2006/relationships/hyperlink" Target="https://the-decoder.de/openai-bringt-gpt-5-6-cyber-neues-ki-modell-soll-verteidigern-helfen-schwachstellen-vor-angreifern-zu-finden/" TargetMode="External"/><Relationship Id="rId3" Type="http://schemas.openxmlformats.org/officeDocument/2006/relationships/hyperlink" Target="https://t3n.de/news/grok-imagine-image-2-0-bildgenerator-zweifel-1757276/" TargetMode="External"/><Relationship Id="rId4" Type="http://schemas.openxmlformats.org/officeDocument/2006/relationships/hyperlink" Target="https://www.heise.de/news/KI-Agent-hackt-Fitnessstudio-Wie-sich-Claude-Zugang-zu-Kursen-verschaffte-11406206.html" TargetMode="External"/><Relationship Id="rId5" Type="http://schemas.openxmlformats.org/officeDocument/2006/relationships/hyperlink" Target="https://the-decoder.de/nvidias-offenes-nemotron-3-5-lightning-setzt-auf-geschwindigkeit-statt-maximale-intelligenz/" TargetMode="External"/><Relationship Id="rId6" Type="http://schemas.openxmlformats.org/officeDocument/2006/relationships/hyperlink" Target="https://the-decoder.de/aber-marinade-forscher-extrahieren-versteckte-denkprozesse-von-chatgpt-claude-und-co/" TargetMode="External"/><Relationship Id="rId7" Type="http://schemas.openxmlformats.org/officeDocument/2006/relationships/hyperlink" Target="https://the-decoder.de/chatgpt-business-wird-fuer-power-user-teurer-openai-verlangt-bis-zu-125-dollar-pro-monat/" TargetMode="External"/><Relationship Id="rId8" Type="http://schemas.openxmlformats.org/officeDocument/2006/relationships/hyperlink" Target="https://www.heise.de/en/news/Fewer-clicks-more-control-Claude-Code-in-Auto-Mode-by-default-11407230.html" TargetMode="External"/><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Keine-Chance-fuer-Schummler-Claude-bekommt-jetzt-ein-unsichtbares-Wasserzeichen-11410129.html"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11. AUGUST 2026 (TEST)</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Manueller Test-Lauf – Stand seit dem letzten planmäßigen Lauf (08:27 Uhr)</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8</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11. AUGUST 2026 (TEST)</a:t>
            </a:r>
            <a:endParaRPr lang="en-US" sz="1100" dirty="0"/>
          </a:p>
        </p:txBody>
      </p:sp>
      <p:sp>
        <p:nvSpPr>
          <p:cNvPr id="3" name="Shape 1"/>
          <p:cNvSpPr/>
          <p:nvPr/>
        </p:nvSpPr>
        <p:spPr>
          <a:xfrm>
            <a:off x="640080" y="822960"/>
            <a:ext cx="10911535" cy="5486400"/>
          </a:xfrm>
          <a:prstGeom prst="roundRect">
            <a:avLst>
              <a:gd name="adj" fmla="val 1333"/>
            </a:avLst>
          </a:prstGeom>
          <a:solidFill>
            <a:srgbClr val="FFF6E8"/>
          </a:solidFill>
          <a:ln/>
        </p:spPr>
      </p:sp>
      <p:sp>
        <p:nvSpPr>
          <p:cNvPr id="4" name="Text 2"/>
          <p:cNvSpPr/>
          <p:nvPr/>
        </p:nvSpPr>
        <p:spPr>
          <a:xfrm>
            <a:off x="1005840" y="114300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TEST-LAUF</a:t>
            </a:r>
            <a:endParaRPr lang="en-US" sz="1200" dirty="0"/>
          </a:p>
        </p:txBody>
      </p:sp>
      <p:sp>
        <p:nvSpPr>
          <p:cNvPr id="5" name="Text 3"/>
          <p:cNvSpPr/>
          <p:nvPr/>
        </p:nvSpPr>
        <p:spPr>
          <a:xfrm>
            <a:off x="1005840" y="1435608"/>
            <a:ext cx="10180015" cy="457200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Dies ist kein offizieller Tages-Digest, sondern ein manueller Status-Test. Er fasst die bereits um 08:27 Uhr gemeldeten Themen des heutigen planmäßigen Laufs zusammen und ergänzt, was seither (bis 22:16 Uhr) neu hinzugekommen ist. Tipps &amp; Tricks und Bedeutende Forschung bleiben unverändert leer wie im Vormittagslauf.</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11. AUGUST 2026 (TEST)</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[Rückblick 08:27 Uhr] Meta veröffentlicht "Muse Glimmer": offenes 30-Milliarden-Parameter-Modell für lokalen Betrieb</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Meta Superintelligence Labs hat die Modellgewichte von Muse Glimmer, einem 30-Milliarden-Parameter-Modell, unter Apache-2.0-Lizenz auf Hugging Face veröffentlicht. Für lokalen Betrieb auf Consumer-GPUs (24-32 GB, per 4-Bit-Quantisierung unter 20 GB) konzipiert, für dauerhaft laufende Agenten-Workflows.</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027682"/>
            <a:ext cx="310896" cy="310896"/>
          </a:xfrm>
          <a:prstGeom prst="ellipse">
            <a:avLst/>
          </a:prstGeom>
          <a:solidFill>
            <a:srgbClr val="F0A63D"/>
          </a:solidFill>
          <a:ln/>
        </p:spPr>
      </p:sp>
      <p:sp>
        <p:nvSpPr>
          <p:cNvPr id="10" name="Text 8"/>
          <p:cNvSpPr/>
          <p:nvPr/>
        </p:nvSpPr>
        <p:spPr>
          <a:xfrm>
            <a:off x="640080" y="202768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00025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[Rückblick 08:27 Uhr] OpenAI bringt GPT-5.6-Cyber und erweitert Cybersecurity-Programm "Daybreak"</a:t>
            </a:r>
            <a:endParaRPr lang="en-US" sz="1500" dirty="0"/>
          </a:p>
        </p:txBody>
      </p:sp>
      <p:sp>
        <p:nvSpPr>
          <p:cNvPr id="12" name="Text 10"/>
          <p:cNvSpPr/>
          <p:nvPr/>
        </p:nvSpPr>
        <p:spPr>
          <a:xfrm>
            <a:off x="1143000" y="236601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Neues Modell speziell für autorisierte Cybersecurity-Arbeit; laut Preparedness Framework erste Einstufung "High" bei Cyber-Fähigkeiten, entdeckte zwei zuvor unbekannte V8-Schwachstellen in Chrome (CVE-2026-15903).</a:t>
            </a:r>
            <a:endParaRPr lang="en-US" sz="1150" dirty="0"/>
          </a:p>
        </p:txBody>
      </p:sp>
      <p:sp>
        <p:nvSpPr>
          <p:cNvPr id="13" name="Text 11">
            <a:hlinkClick r:id="rId2" tooltip=""/>
          </p:cNvPr>
          <p:cNvSpPr/>
          <p:nvPr/>
        </p:nvSpPr>
        <p:spPr>
          <a:xfrm>
            <a:off x="1143000" y="316153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2656332"/>
            <a:ext cx="310896" cy="310896"/>
          </a:xfrm>
          <a:prstGeom prst="ellipse">
            <a:avLst/>
          </a:prstGeom>
          <a:solidFill>
            <a:srgbClr val="F0A63D"/>
          </a:solidFill>
          <a:ln/>
        </p:spPr>
      </p:sp>
      <p:sp>
        <p:nvSpPr>
          <p:cNvPr id="15" name="Text 13"/>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[Rückblick 08:27 Uhr] xAI veröffentlicht Grok Imagine Image 2.0 mit neuem "Quality Mode"</a:t>
            </a:r>
            <a:endParaRPr lang="en-US" sz="1500" dirty="0"/>
          </a:p>
        </p:txBody>
      </p:sp>
      <p:sp>
        <p:nvSpPr>
          <p:cNvPr id="17" name="Text 15"/>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Neuer Modus für Anzeigen, Infografiken und Storyboards; Artikel verweist zugleich auf anhaltende Sicherheitszweifel wegen früherer Deepfake-Vorfälle mit dem Tool.</a:t>
            </a:r>
            <a:endParaRPr lang="en-US" sz="1150" dirty="0"/>
          </a:p>
        </p:txBody>
      </p:sp>
      <p:sp>
        <p:nvSpPr>
          <p:cNvPr id="18" name="Text 16">
            <a:hlinkClick r:id="rId3"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9" name="Shape 17"/>
          <p:cNvSpPr/>
          <p:nvPr/>
        </p:nvSpPr>
        <p:spPr>
          <a:xfrm>
            <a:off x="640080" y="3284982"/>
            <a:ext cx="310896" cy="310896"/>
          </a:xfrm>
          <a:prstGeom prst="ellipse">
            <a:avLst/>
          </a:prstGeom>
          <a:solidFill>
            <a:srgbClr val="F0A63D"/>
          </a:solidFill>
          <a:ln/>
        </p:spPr>
      </p:sp>
      <p:sp>
        <p:nvSpPr>
          <p:cNvPr id="20" name="Text 18"/>
          <p:cNvSpPr/>
          <p:nvPr/>
        </p:nvSpPr>
        <p:spPr>
          <a:xfrm>
            <a:off x="640080" y="328498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325755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[Rückblick 08:27 Uhr] KI-Agent (Claude/OpenClaw) verschafft sich versehentlich unautorisierten Zugriff auf Fitnessstudio-Buchungssystem</a:t>
            </a:r>
            <a:endParaRPr lang="en-US" sz="1500" dirty="0"/>
          </a:p>
        </p:txBody>
      </p:sp>
      <p:sp>
        <p:nvSpPr>
          <p:cNvPr id="22" name="Text 20"/>
          <p:cNvSpPr/>
          <p:nvPr/>
        </p:nvSpPr>
        <p:spPr>
          <a:xfrm>
            <a:off x="1143000" y="362331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Agent trug einen Nutzer eigenmächtig in einen Kurs ein und entfernte eine andere Person von der Warteliste. Ursache war eine BOLA-Schwachstelle in der Buchungs-API ohne ausreichende Berechtigungsprüfungen.</a:t>
            </a:r>
            <a:endParaRPr lang="en-US" sz="1150" dirty="0"/>
          </a:p>
        </p:txBody>
      </p:sp>
      <p:sp>
        <p:nvSpPr>
          <p:cNvPr id="23" name="Text 21">
            <a:hlinkClick r:id="rId4" tooltip=""/>
          </p:cNvPr>
          <p:cNvSpPr/>
          <p:nvPr/>
        </p:nvSpPr>
        <p:spPr>
          <a:xfrm>
            <a:off x="1143000" y="441883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24" name="Shape 22"/>
          <p:cNvSpPr/>
          <p:nvPr/>
        </p:nvSpPr>
        <p:spPr>
          <a:xfrm>
            <a:off x="640080" y="3913632"/>
            <a:ext cx="310896" cy="310896"/>
          </a:xfrm>
          <a:prstGeom prst="ellipse">
            <a:avLst/>
          </a:prstGeom>
          <a:solidFill>
            <a:srgbClr val="F0A63D"/>
          </a:solidFill>
          <a:ln/>
        </p:spPr>
      </p:sp>
      <p:sp>
        <p:nvSpPr>
          <p:cNvPr id="25" name="Text 2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NEU: Nvidia veröffentlicht offenes Modell "Nemotron 3.5 Lightning"</a:t>
            </a:r>
            <a:endParaRPr lang="en-US" sz="1500" dirty="0"/>
          </a:p>
        </p:txBody>
      </p:sp>
      <p:sp>
        <p:nvSpPr>
          <p:cNvPr id="27" name="Text 2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31,6 Mrd. Gesamt-/3,6 Mrd. aktive Parameter (Mixture-of-Experts, hybride Mamba-Transformer-Architektur). Artificial-Analysis-Intelligence-Index 24 (+9 ggü. Vorgänger), gleichauf mit OpenAIs rund vier Mal größerem gpt-oss-120b. In NVFP4-Quantisierung fast 670 Token/s, laut the-decoder.de fast doppelt so schnell wie Googles Gemini 3.5 Flash-Lite (386 Token/s). Modellgewichte unter OpenMDW-1.1-Lizenz sofort auf Hugging Face verfügbar.</a:t>
            </a:r>
            <a:endParaRPr lang="en-US" sz="1150" dirty="0"/>
          </a:p>
        </p:txBody>
      </p:sp>
      <p:sp>
        <p:nvSpPr>
          <p:cNvPr id="28" name="Text 26">
            <a:hlinkClick r:id="rId5"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29" name="Shape 27"/>
          <p:cNvSpPr/>
          <p:nvPr/>
        </p:nvSpPr>
        <p:spPr>
          <a:xfrm>
            <a:off x="640080" y="4542282"/>
            <a:ext cx="310896" cy="310896"/>
          </a:xfrm>
          <a:prstGeom prst="ellipse">
            <a:avLst/>
          </a:prstGeom>
          <a:solidFill>
            <a:srgbClr val="F0A63D"/>
          </a:solidFill>
          <a:ln/>
        </p:spPr>
      </p:sp>
      <p:sp>
        <p:nvSpPr>
          <p:cNvPr id="30" name="Text 28"/>
          <p:cNvSpPr/>
          <p:nvPr/>
        </p:nvSpPr>
        <p:spPr>
          <a:xfrm>
            <a:off x="640080" y="454228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1143000" y="451485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NEU: Sicherheitsforscher extrahieren verschlüsselte "Denkprozesse" von ChatGPT, Claude &amp; Co.</a:t>
            </a:r>
            <a:endParaRPr lang="en-US" sz="1500" dirty="0"/>
          </a:p>
        </p:txBody>
      </p:sp>
      <p:sp>
        <p:nvSpPr>
          <p:cNvPr id="32" name="Text 30"/>
          <p:cNvSpPr/>
          <p:nvPr/>
        </p:nvSpPr>
        <p:spPr>
          <a:xfrm>
            <a:off x="1143000" y="488061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Team um Alexander Panfilov nutzte eine API-Schwachstelle bei OpenAI, Anthropic und Google, um verschlüsselte Reasoning-Tokens auszulesen. In rund 7.000 öffentlich geteilten Sitzungen fanden sich 62 API-Schlüssel, 33 E-Mail-Adressen und 33 Passwörter (Extraktion ca. 720 US-Dollar pro 10.000 Traces). Hinweise deuten darauf, dass das chinesische Modell Kimi-K3 mit Reasoning-Spuren von Claude/GPT trainiert wurde.</a:t>
            </a:r>
            <a:endParaRPr lang="en-US" sz="1150" dirty="0"/>
          </a:p>
        </p:txBody>
      </p:sp>
      <p:sp>
        <p:nvSpPr>
          <p:cNvPr id="33" name="Text 31">
            <a:hlinkClick r:id="rId6" tooltip=""/>
          </p:cNvPr>
          <p:cNvSpPr/>
          <p:nvPr/>
        </p:nvSpPr>
        <p:spPr>
          <a:xfrm>
            <a:off x="1143000" y="567613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34" name="Shape 32"/>
          <p:cNvSpPr/>
          <p:nvPr/>
        </p:nvSpPr>
        <p:spPr>
          <a:xfrm>
            <a:off x="640080" y="5170932"/>
            <a:ext cx="310896" cy="310896"/>
          </a:xfrm>
          <a:prstGeom prst="ellipse">
            <a:avLst/>
          </a:prstGeom>
          <a:solidFill>
            <a:srgbClr val="F0A63D"/>
          </a:solidFill>
          <a:ln/>
        </p:spPr>
      </p:sp>
      <p:sp>
        <p:nvSpPr>
          <p:cNvPr id="35" name="Text 33"/>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7</a:t>
            </a:r>
            <a:endParaRPr lang="en-US" sz="1300" dirty="0"/>
          </a:p>
        </p:txBody>
      </p:sp>
      <p:sp>
        <p:nvSpPr>
          <p:cNvPr id="36" name="Text 34"/>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NEU: OpenAI erhöht ChatGPT-Business-Preise: bis zu 125 Dollar pro Nutzer</a:t>
            </a:r>
            <a:endParaRPr lang="en-US" sz="1500" dirty="0"/>
          </a:p>
        </p:txBody>
      </p:sp>
      <p:sp>
        <p:nvSpPr>
          <p:cNvPr id="37" name="Text 35"/>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Neue "Premium Seats" kosten 125 US-Dollar/Monat (100 Dollar jährlich) gegenüber bisher 25 Dollar (20 Dollar jährlich) für Standard Seats. Premium-Nutzer erhalten die fünffache Nutzungskapazität und kein Fünf-Stunden-Limit mehr; beide Stufen im selben Workspace kombinierbar.</a:t>
            </a:r>
            <a:endParaRPr lang="en-US" sz="1150" dirty="0"/>
          </a:p>
        </p:txBody>
      </p:sp>
      <p:sp>
        <p:nvSpPr>
          <p:cNvPr id="38" name="Text 36">
            <a:hlinkClick r:id="rId7"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39" name="Shape 37"/>
          <p:cNvSpPr/>
          <p:nvPr/>
        </p:nvSpPr>
        <p:spPr>
          <a:xfrm>
            <a:off x="640080" y="5799582"/>
            <a:ext cx="310896" cy="310896"/>
          </a:xfrm>
          <a:prstGeom prst="ellipse">
            <a:avLst/>
          </a:prstGeom>
          <a:solidFill>
            <a:srgbClr val="F0A63D"/>
          </a:solidFill>
          <a:ln/>
        </p:spPr>
      </p:sp>
      <p:sp>
        <p:nvSpPr>
          <p:cNvPr id="40" name="Text 38"/>
          <p:cNvSpPr/>
          <p:nvPr/>
        </p:nvSpPr>
        <p:spPr>
          <a:xfrm>
            <a:off x="640080" y="579958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8</a:t>
            </a:r>
            <a:endParaRPr lang="en-US" sz="1300" dirty="0"/>
          </a:p>
        </p:txBody>
      </p:sp>
      <p:sp>
        <p:nvSpPr>
          <p:cNvPr id="41" name="Text 39"/>
          <p:cNvSpPr/>
          <p:nvPr/>
        </p:nvSpPr>
        <p:spPr>
          <a:xfrm>
            <a:off x="1143000" y="577215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NEU: Claude Code – "Auto Mode" wird ab 14. August für Pro-, Max- und Team-Nutzer Standard</a:t>
            </a:r>
            <a:endParaRPr lang="en-US" sz="1500" dirty="0"/>
          </a:p>
        </p:txBody>
      </p:sp>
      <p:sp>
        <p:nvSpPr>
          <p:cNvPr id="42" name="Text 40"/>
          <p:cNvSpPr/>
          <p:nvPr/>
        </p:nvSpPr>
        <p:spPr>
          <a:xfrm>
            <a:off x="1143000" y="613791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aktiviert den Auto Mode ab 14.08.2026 standardmäßig für neue Sitzungen; Claude arbeitet Shell-, Git- und Tool-Aufrufe selbstständig ab. Grund laut heise.de: "Permission Fatigue" (97% Zustimmungsquote bei Sicherheitsabfragen). Ein Klassifizierer bewertet weiterhin jeden Tool-Aufruf und greift bei potenziell irreversiblen/destruktiven Aktionen ein.</a:t>
            </a:r>
            <a:endParaRPr lang="en-US" sz="1150" dirty="0"/>
          </a:p>
        </p:txBody>
      </p:sp>
      <p:sp>
        <p:nvSpPr>
          <p:cNvPr id="43" name="Text 41">
            <a:hlinkClick r:id="rId8" tooltip=""/>
          </p:cNvPr>
          <p:cNvSpPr/>
          <p:nvPr/>
        </p:nvSpPr>
        <p:spPr>
          <a:xfrm>
            <a:off x="1143000" y="693343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11. AUGUST 2026 (TEST)</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NEU: Anthropic führt unsichtbares Wasserzeichen in Claude-Texten ein (EU-Transparenzpflicht)</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Seit den ab 2. August 2026 veröffentlichten Modellen versieht Anthropic Claude-Ausgabetexte weltweit mit einem unsichtbaren Wasserzeichen, um die seit 2. August geltenden EU-Transparenzvorgaben (Art. 50 AI Act) zu erfüllen. Es soll Bedeutung und Lesbarkeit nicht verändern, aber beim Kopieren erhalten bleiben. Ein begleitender Meinungsbeitrag von heise.de warnt, ein fehlendes Wasserzeichen könne fälschlich als Echtheitsnachweis missverstanden werden.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2026-08-11T20:22:22Z</dcterms:created>
  <dcterms:modified xsi:type="dcterms:W3CDTF">2026-08-11T20:22:22Z</dcterms:modified>
</cp:coreProperties>
</file>