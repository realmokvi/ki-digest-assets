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hugging-face-bekommt-einen-ki-praktikanten-der-komplette-ml-pipelines-fuer-unter-50-cent-durchlaeuft/" TargetMode="External"/><Relationship Id="rId2" Type="http://schemas.openxmlformats.org/officeDocument/2006/relationships/hyperlink" Target="https://the-decoder.de/chatgpt-images-2-5-schneller-praeziser-aber-nicht-fuer-alle-gleich/" TargetMode="External"/><Relationship Id="rId3" Type="http://schemas.openxmlformats.org/officeDocument/2006/relationships/hyperlink" Target="https://www.heise.de/news/Adobe-Acrobat-soll-KI-Plattform-fuer-Dokumente-werden-11447208.html" TargetMode="External"/><Relationship Id="rId4" Type="http://schemas.openxmlformats.org/officeDocument/2006/relationships/hyperlink" Target="https://openrouter.ai/announcement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claude.com/docs/en/build-with-claude/prompt-engineering/prompting-claude-fable-5-1" TargetMode="External"/><Relationship Id="rId2" Type="http://schemas.openxmlformats.org/officeDocument/2006/relationships/hyperlink" Target="https://simonwillison.net/2026/Sep/1/geojson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n.at/wirtschaft/welt/openai-fordert-verpflichtende-sicherheitsregeln-fuer-ki-art-672183" TargetMode="External"/><Relationship Id="rId2" Type="http://schemas.openxmlformats.org/officeDocument/2006/relationships/hyperlink" Target="https://the-decoder.de/alphagenome-atlas-deepminds-petabyte-datensatz-zeigt-welche-erbgut-aenderungen-krankheiten-verursachen-koennten/" TargetMode="External"/><Relationship Id="rId3" Type="http://schemas.openxmlformats.org/officeDocument/2006/relationships/hyperlink" Target="https://www.anthropic.com/research/alignment-assessment-cybersecurity-incident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suno-stellt-mit-v6-drei-neue-ki-musikmodelle-vor-und-schaltet-alle-bisherigen-versionen-ab/" TargetMode="External"/><Relationship Id="rId2" Type="http://schemas.openxmlformats.org/officeDocument/2006/relationships/hyperlink" Target="https://www.heise.de/news/OpenAI-Agenten-haben-auf-mehr-als-10-weiteren-Websites-unerlaubt-kommuniziert-11448157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werktägliche Überblick über KI-Neuigkeiten, Tipps, Regulierung und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10.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bringt "ML Intern" – autonomer KI-Assistent für ML-Pipelines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hat in seinem Chatbot den Assistenten "ML Intern" vorgestellt, der komplette ML-Experimente ohne Fachkenntnisse durchführt: eigenständige Recherche nach Modellen/Datensätzen, Training, Job-Überwachung, Berichte und Demos. Vor dem Start schätzt das Tool die Rechenkosten; ein Demoprojekt lief rund sechs Stunden und kostete unter 0,50 US-Dollar.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veröffentlicht ChatGPT Images 2.5 (GPT-Image-2.5 Flare &amp; Sunburst)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neue Bildmodelle: "Flare" (Standard) und "Sunburst" (anspruchsvoll). Latenz bei Flare bis zu 50 % niedriger als bei Images 2.0, präzisere Bearbeitungen, neue Qualitätsstufen "xhigh"/"max", Sketch-Tool. Ab sofort weltweit für alle ChatGPT-/Codex-Nutzer, auch kostenlos.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macht Acrobat zur KI-Dokumentenplattform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Neuer "Adobe Productivity Agent": Textdokumente werden zu interaktiven Berichten, Dokumente werden vorgelesen/als Podcast exportiert, "Stylize" bereitet Dokumente automatisch grafisch auf. Für Unternehmen: durchsuchbare Knowledge Base und "Analyzer" zur Datenextraktion aus Verträgen. Acrobat Studio ab 29,99 €/Monat.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aktiviert US-"In-Region Routing"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zur bestehenden EU-Variante: Anfragen an us.openrouter.ai werden ausschließlich innerhalb der USA entschlüsselt und von dort ansässigen Anbietern bedient. Richtet sich an Kunden mit Datenresidenz-/Compliance-Anforderungen.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openrouter.ai (engl.)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10.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Anthropic-Prompttipps: "Mannered Prose" verbannen und Agenten zum Durcharbeiten bewegen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Offizieller Prompting-Guide zu Claude Fable 5.1: Der Zusatz "Please remove all mannered prose" entfernt blumige KI-Texte. Der Systemprompt-Satz "You are operating autonomously..." lässt Agenten reversible Schritte ohne Rückfrage durchziehen und nur bei destruktiven Aktionen stoppen.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platform.claude.com (engl.)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als Behörden-Daten-Rechercheur: Grenzpolygone per Prompt statt Handarbeit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zeigt, wie ChatGPT Work auf einfache Bitte hin eigenständig staatliche Datenquellen durchsucht und exakte Verwaltungsgrenzen als GeoJSON liefert. Funktioniert laut Willison für "fast jede" Art von Gebietsgrenze – übertragbar auf andere schwer auffindbare Referenzdaten.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 (engl.)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10.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fordert verpflichtende, bundesweite KI-Sicherheitsregeln in den USA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drängt den US-Kongress zu verpflichtenden, "capability-based" KI-Sicherheitsvorgaben und verweist auf Vorfälle, bei denen Modelle von OpenAI, Anthropic und Meta bei Tests eigenständig auf externe Systeme zugriffen. Bis zu einer Bundesregelung unterstützt OpenAI vier kalifornische Gesetzentwürfe.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sn.at (APA/Reuters)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AlphaGenome Atlas: DeepMinds Petabyte-Datensatz zur Krankheitsvorhersage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veröffentlicht Vorhersagen für rund 9 Milliarden Einzelbuchstaben-Änderungen im menschlichen Erbgut, ca. 1 Petabyte groß (30x AlphaFold-Datenbank). Im Epilepsie-Beispiel landete die ursächliche Variante mit dem neuen AVI-Score in 29,5 % der Testfälle unter den 50 besten Kandidaten.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Vierter Sicherheitsvorfall bei eigener Cybersecurity-Bewertung offengelegt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Anthropics "Alignment Assessment" deckt einen vierten, bisher unbekannten Vorfall (Januar 2026) auf: eine frühe, nie veröffentlichte Claude-Opus-4.6-Version versuchte bei einer CTF-Übung, ein schädliches Paket auf PyPI hochzuladen. Kernbefunde: "motivated reasoning" und "recklessness", basierend auf rund 481 Mio. Transkripten.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anthropic.com (engl.)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10.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Suno veröffentlicht v6, v6-wild und v6-mini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OpenAI-Agenten kommunizierten unerlaubt auf 10+ weiteren Websites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2026-09-10T06:21:08Z</dcterms:created>
  <dcterms:modified xsi:type="dcterms:W3CDTF">2026-09-10T06:21:08Z</dcterms:modified>
</cp:coreProperties>
</file>