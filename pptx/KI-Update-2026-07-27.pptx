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anthropics-neues-topmodell-claude-opus-5-liefert-mehr-ki-leistung-fuer-weniger-geld/" TargetMode="External"/><Relationship Id="rId2" Type="http://schemas.openxmlformats.org/officeDocument/2006/relationships/hyperlink" Target="https://the-decoder.de/deutsches-konsortium-veroeffentlicht-offenes-ki-modell-soofi-s-fuer-deutsch-und-englisch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com/blog/the-new-rules-of-context-engineering-for-claude-5-generation-models" TargetMode="External"/><Relationship Id="rId2" Type="http://schemas.openxmlformats.org/officeDocument/2006/relationships/hyperlink" Target="https://platform.claude.com/docs/en/build-with-claude/prompt-engineering/claude-prompting-best-practice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eur-lex.europa.eu/eli/reg/2026/1744/oj/deu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blog/changelog/2026-07-24-claude-opus-5-is-now-available-in-github-copilot/" TargetMode="External"/><Relationship Id="rId2" Type="http://schemas.openxmlformats.org/officeDocument/2006/relationships/hyperlink" Target="https://the-decoder.de/us-regierung-wirft-china-vor-amerikanische-ki-modelle-in-grossem-stil-illegal-zu-kopieren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852160" cy="5852160"/>
          </a:xfrm>
          <a:prstGeom prst="ellipse">
            <a:avLst/>
          </a:prstGeom>
          <a:solidFill>
            <a:srgbClr val="F0A6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solidFill>
            <a:srgbClr val="F0A63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79615" y="896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 JULI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Wochenstart-Ausgabe — Rückblick Freitag bis Montag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7964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7964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5848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731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731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27. JULI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0911535" cy="777240"/>
          </a:xfrm>
          <a:prstGeom prst="roundRect">
            <a:avLst>
              <a:gd name="adj" fmla="val 7059"/>
            </a:avLst>
          </a:prstGeom>
          <a:solidFill>
            <a:srgbClr val="FFF2D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96112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4B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Teilausfall: Recherche zu Bedeutende Forschung lieferte keine Ergebnisse.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11535" cy="4434840"/>
          </a:xfrm>
          <a:prstGeom prst="roundRect">
            <a:avLst>
              <a:gd name="adj" fmla="val 1649"/>
            </a:avLst>
          </a:prstGeom>
          <a:solidFill>
            <a:srgbClr val="FFF6E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9456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QUELLENCHECK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487168"/>
            <a:ext cx="10180015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primären Quellen (heise, golem, Tagesschau, Zeit Online, Süddeutsche Zeitung, t3n, Table.Briefings) sind weiterhin aktiv und liefern keine redundanten Meldungen. Neu aufgenommen: the-decoder.de als spezialisierte deutschsprachige KI-News-Quelle.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413766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IM RÜCKBLICK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4430268"/>
            <a:ext cx="10180015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Erster Lauf dieser Routine — kein Vorwochen-Digest vorhanden. Die heutige Ausgabe deckt einmalig die vier Kalendertage Freitag (24.07.) bis Montag (27.07.) im Detail ab.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27. JULI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9476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9202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5 von Anthropic veröffentlicht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hat am 24. Juli sein neues Flaggschiffmodell Claude Opus 5 vorgestellt – Preise wie beim Vorgänger Opus 4.8, aber deutlich mehr Leistung beim Programmieren. Im Artificial-Analysis-Index erreicht es 61 Punkte, knapp vor Claude Fable 5 (60) und GPT-5.6 Sol (59).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30815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44622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462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44348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Deutsches Konsortium veröffentlicht offenes Modell Soofi 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48006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deutsches Forschungskonsortium hat mit Soofi S ein offenes 30-Milliarden-Parameter-Sprachmodell für Deutsch und Englisch vorgestellt, trainiert auf bis zu 512 Nvidia-B200-GPUs bei der Deutschen Telekom. Laut Entwicklern übertrifft es Olmo 3 32B und Apertus 70B bei Deutsch, Englisch und Coding.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55961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27. JULI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2080260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802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052828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definiert „Context Engineering“ für Claude 5 neu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418588"/>
            <a:ext cx="104086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Anthropic-Mitarbeiter Thariq Shihipar beschreibt im Claude-Blog, wie System-Prompt, Skills und CLAUDE.md für Claude 5 zusammenspielen sollten – rund 80% des Claude-Code-Systemprompts wurden gestrichen, ohne Leistungsverlust. Kernprinzip: „Rules → Judgment“.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2948940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claude.com (englisch)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4594860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5948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4567428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Prompting-Guide: Aufgabe komplett vorgeben statt Schritt für Schritt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4933188"/>
            <a:ext cx="104086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Anthropics aktualisierter Prompting-Leitfaden steuert den Reasoning-Aufwand über vier Effort-Stufen (low bis xhigh) – manuelle Doppelcheck-Anweisungen werden überflüssig. Zweiter Tipp: Opus 5 liefert bessere Ergebnisse, wenn man ihm die komplette Aufgabe sofort übergibt.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5463540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platform.claude.com (englisch)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27. JULI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48" y="1371600"/>
            <a:ext cx="0" cy="5029200"/>
          </a:xfrm>
          <a:prstGeom prst="line">
            <a:avLst/>
          </a:prstGeom>
          <a:noFill/>
          <a:ln w="9525">
            <a:solidFill>
              <a:srgbClr val="E7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Omnibus on AI tritt heute in Kraft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EU-Verordnung 2026/1744 („Digital Omnibus on AI“) ist am 27. Juli in Kraft getreten und verschiebt die Pflichten für Hochrisiko-KI-Systeme: eigenständige Systeme nach Anhang III müssen erst ab Dezember 2027 konform sein statt ab August 2026.</a:t>
            </a:r>
            <a:endParaRPr lang="en-US" sz="12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640080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eur-lex.europa.eu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70168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70168" y="1463040"/>
            <a:ext cx="51814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den Zeitraum 24.–27. Juli konnte kein Forschungsthema mit verlinkbarer Quelle bestätigt werden (Teilausfall).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27. JULI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gesichtete, aber ausgelassene Punkte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 Opus 5 in GitHub Copilot verfügbar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(github.blog)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USA werfen China vor, Anthropic-Technologie für Kimi K3 kopiert zu haben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2026-07-29T11:06:50Z</dcterms:created>
  <dcterms:modified xsi:type="dcterms:W3CDTF">2026-07-29T11:06:50Z</dcterms:modified>
</cp:coreProperties>
</file>