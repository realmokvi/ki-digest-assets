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the-decoder.de/openai-macht-gpt-6-fit-fuer-alte-programmiersprachen-wie-cobol-und-fortran/" TargetMode="External"/><Relationship Id="rId2" Type="http://schemas.openxmlformats.org/officeDocument/2006/relationships/hyperlink" Target="https://the-decoder.de/deepinfer-deepseek-gibt-die-betriebssoftware-hinter-seinem-schnellen-ki-modell-frei/" TargetMode="External"/><Relationship Id="rId3" Type="http://schemas.openxmlformats.org/officeDocument/2006/relationships/hyperlink" Target="https://t3n.de/news/phishing-wie-betrueger-mit-manipulierten-e-mails-ki-agenten-austricksen-1768971/" TargetMode="External"/><Relationship Id="rId4" Type="http://schemas.openxmlformats.org/officeDocument/2006/relationships/hyperlink" Target="https://t3n.de/news/versteckte-ki-anweisungen-diese-informationen-sollte-der-meta-bot-whatsapp-nutzern-offenbar-verschweigen-1769013/"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humanlayer/advanced-context-engineering-for-coding-agents/blob/main/benchmarking-new-models-on-slop-code-bench.md"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news/USA-verbannen-DeepSeek-aus-allen-zivilen-Bundesbehoerden-11494370.html" TargetMode="External"/><Relationship Id="rId2" Type="http://schemas.openxmlformats.org/officeDocument/2006/relationships/hyperlink" Target="https://the-decoder.de/us-armee-will-ki-agenten-als-autonome-cyberwaffen-gegen-gegner-losschicken/" TargetMode="External"/><Relationship Id="rId3" Type="http://schemas.openxmlformats.org/officeDocument/2006/relationships/hyperlink" Target="https://www.heise.de/news/MIT-Forscherin-warnt-KI-koennte-bei-Menschen-falsche-Erinnerungen-erzeugen-11493982.html"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the-decoder.de/elevenlabs-stellt-eleven-realtime-vor-speech-to-speech-modelle-mit-unter-einer-sekunde-latenz/" TargetMode="External"/><Relationship Id="rId2" Type="http://schemas.openxmlformats.org/officeDocument/2006/relationships/hyperlink" Target="https://the-decoder.de/mistral-ai-stellt-voxtral-3-vor-neue-sprachmodelle-sollen-echtzeit-sprachagenten-ermoeglichen/" TargetMode="External"/><Relationship Id="rId3" Type="http://schemas.openxmlformats.org/officeDocument/2006/relationships/hyperlink" Target="https://the-decoder.de/cloudflares-clairic-soll-daten-schneller-und-guenstiger-auslesen-als-llms/" TargetMode="External"/><Relationship Id="rId4" Type="http://schemas.openxmlformats.org/officeDocument/2006/relationships/hyperlink" Target="https://github.com/google-pytorch/torch_tpu" TargetMode="External"/><Relationship Id="rId5" Type="http://schemas.openxmlformats.org/officeDocument/2006/relationships/hyperlink" Target="https://arstechnica.com/security/2026/10/meta-muse-exposes-users-personal-and-business-secrets-when-they-share-conversations/" TargetMode="External"/><Relationship Id="rId6" Type="http://schemas.openxmlformats.org/officeDocument/2006/relationships/hyperlink" Target="https://www.heise.de/ratgeber/MCP-fuer-Android-Apps-Android-AppFunctions-im-praktischen-Einsatz-11493658.html" TargetMode="Externa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21. OKTOBER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Mittwoch – Praxis-News, Tipps &amp; Tricks, Regulierung/Politik und Forschung der letzten 24 Stunden</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21.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macht GPT-6 fit für COBOL, Fortran &amp; Co.</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OpenAI hat GPT-6 gezielt für "Low-Resource"-Sprachen wie COBOL, Fortran und Visual Basic verbessert, die laut IBM über 40% der Online-Banking-Systeme und 95% aller Geldautomaten-Transaktionen stützen. Im eigenen MultiLangBench erreicht GPT-6 Astra bei maximalem Reasoning über 20 Sprachen 87,4% Testbestehensrate (GPT-5.6 Terra: rund 38%). Bei der COBOL-Migration zu C++, Java, Kotlin, Python oder Rust kommt GPT-6.1 Sol bei niedrigem Reasoning-Aufwand auf 86,6% (Vorgänger GPT-5.6 Sol: 5,4%), bei höherem Aufwand sogar auf 97,9%.</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DeepSeek veröffentlicht Inferenz-Framework DeepInfer als Open Source</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DeepSeek hat DeepInfer, die Betriebssoftware hinter dem schnellen Modell V4.1-Flash, unter Apache-2.0-Lizenz freigegeben. Das auf vLLM basierende Framework bringt optimierte Rechenbausteine und verteilte Verarbeitung über mehrere Chips mit; zusätzlich veröffentlicht DeepSeek mit "deepseek-recipe" eine Nachbildung der Token-Verarbeitung der offiziellen API. Künftiger Code für neue DeepSeek-Modelle soll laut Unternehmen ebenfalls offen erscheinen, konkrete Geschwindigkeits-Benchmarks nennt DeepSeek bislang nicht.</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Phishing-Kampagnen nehmen gezielt KI-Agenten ins Visier</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Laut Cybersecurity-Anbieter Barracuda bestehen manipulierte E-Mails inzwischen die reputationsbasierte Filterung und enthalten versteckte Prompt-Injections für posteingangs-priorisierende KI-Agenten, die die Mail als dringend einstufen und Anhänge selbst öffnen sollen. Laut Verizon Data Breach Report 2026 (über 31.000 ausgewertete Vorfälle, 145 Länder) war Phishing in 16% der Fälle der erste Zugangsweg. Empfehlung: externe Inhalte strikt als Daten statt als Anweisungen behandeln.</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Versteckte KI-Anweisungen auf WhatsApp-Hilfeseiten entdeckt</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Das Datenschutzunternehmen Redact fand laut einer von Wired aufgegriffenen Recherche in rund 80 Whatsapp-Hilfeseiten insgesamt 100 versteckte Textblöcke mit Anweisungen für Metas KI-Bot: Er sollte Nutzer bei Problemen nicht an Datenschutz- oder Aufsichtsbehörden verweisen und sich nicht auf Nutzungsbedingungen, Haftung oder die DSGVO berufen. Meta erklärte, der Text sei durch einen inzwischen behobenen Fehler versehentlich sichtbar geworden und nach Wireds Anfrage entfernt worden.</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21.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3204972"/>
            <a:ext cx="310896" cy="310896"/>
          </a:xfrm>
          <a:prstGeom prst="ellipse">
            <a:avLst/>
          </a:prstGeom>
          <a:solidFill>
            <a:srgbClr val="F0A63D"/>
          </a:solidFill>
          <a:ln/>
        </p:spPr>
      </p:sp>
      <p:sp>
        <p:nvSpPr>
          <p:cNvPr id="5" name="Text 3"/>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Reasoning-Effort pro Modell empirisch testen statt pauschal maximieren</a:t>
            </a:r>
            <a:endParaRPr lang="en-US" sz="1500" dirty="0"/>
          </a:p>
        </p:txBody>
      </p:sp>
      <p:sp>
        <p:nvSpPr>
          <p:cNvPr id="7" name="Text 5"/>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Dex Horthy (HumanLayer) hat mit SlopCodeBench 196 Checkpoints getestet und Reasoning-Stufen von Medium bis XHigh verglichen. Nur GPT-6 Astra profitierte deutlich von XHigh; bei Claude Opus 5.5 war Medium bei strengen Durchläufen besser (28 vs. 25 bestandene Checkpoints, bei 4,22-fachen Kosten), XHigh produzierte aber deutlich weniger Code-"Slop" (94,25 statt 77,75% Slop-Abdeckung). Praktische Lehre: Reasoning-Effort pro Modell und Aufgabentyp gegen die Kosten abwägen statt pauschal maximieren.</a:t>
            </a:r>
            <a:endParaRPr lang="en-US" sz="1150" dirty="0"/>
          </a:p>
        </p:txBody>
      </p:sp>
      <p:sp>
        <p:nvSpPr>
          <p:cNvPr id="8" name="Text 6">
            <a:hlinkClick r:id="rId1"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HumanLayer / GitHub (englisch)</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21. OKTOBER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USA verbannen DeepSeek aus allen zivilen Bundesbehörden</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Das US-Heimatschutzministerium (DHS) untersagt zivilen Bundesbehörden die Nutzung sämtlicher DeepSeek-Produkte; bereits vorhandene Implementierungen müssen entfernt werden. Das Verbot erfasst laut Artikel auch Drittanbieterprodukte, die unter Verwendung von DeepSeek entwickelt wurden. Begründung: Sorge um Datenübertragung an China sowie mögliche Schadsoftware/Sicherheitslücken; Ausnahmen nur auf Antrag.</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US Army plant KI-Agenten als autonome Cyberwaffen</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Laut Dokumenten, die The Intercept vorliegen, entwickelt das US Army Cyber Command (ARCYBER) mit der Plattform "ECHOTRIBBLE" KI-Agenten, die selbstständig durch fremde Netzwerke navigieren, Ziele erkennen und außer Gefecht setzen oder löschen sollen - wurmartig verbreitet, auch auf air-gapped Systemen, mit Selbstzerstörung nach der Mission. Experten wie David Krueger (Uni Montreal) warnen vor Risiken für zivile Infrastruktur; das Vorhaben steckt laut Artikel noch in einer frühen Phase.</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1" name="Text 9"/>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12" name="Text 10"/>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MIT-Forscherin: KI-veränderte Fotos erzeugen mehr falsche Erinnerungen</a:t>
            </a:r>
            <a:endParaRPr lang="en-US" sz="1500" dirty="0"/>
          </a:p>
        </p:txBody>
      </p:sp>
      <p:sp>
        <p:nvSpPr>
          <p:cNvPr id="13" name="Text 11"/>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MIT-Forscherin Pattie Maes zeigte 200 Teilnehmenden 24 Fotos; ein Teil sah anschließend von KI veränderte Versionen (geänderte Gesichtsausdrücke, ergänztes Militärpersonal, eingefügte Klimawandel-Hinweise). Im Gedächtnistest stieg in dieser Gruppe die Zahl falscher Erinnerungen, die Betroffenen waren zudem stärker von ihnen überzeugt. In einer weiteren Studie hatten Teilnehmer dreimal so viele falsche Erinnerungen nach Befragung durch einen KI-Chatbot über ein Verbrechens-Video.</a:t>
            </a:r>
            <a:endParaRPr lang="en-US" sz="1200" dirty="0"/>
          </a:p>
        </p:txBody>
      </p:sp>
      <p:sp>
        <p:nvSpPr>
          <p:cNvPr id="14" name="Text 12">
            <a:hlinkClick r:id="rId3"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21. OKTOBER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ElevenLabs stellt Eleven Realtime vor (Speech-to-Speech, &lt;1s Latenz)</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Mistral AI stellt Voxtral 3 vor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Cloudflare stellt Datenextraktions-Modell Clairic vor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Google veröffentlicht TorchTPU (PyTorch-Backend für TPUs)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(GitHub)</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Ars Technica: Metas KI-Chat Muse legt beim Teilen Nutzergeheimnisse offen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(arstechnica.com)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heise+-Ratgeber: Android AppFunctions (MCP-Basis) im praktischen Einsatz</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2026-10-21T06:20:23Z</dcterms:created>
  <dcterms:modified xsi:type="dcterms:W3CDTF">2026-10-21T06:20:23Z</dcterms:modified>
</cp:coreProperties>
</file>