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nthropic-stellt-claude-sonnet-5-5-vor-schneller-und-guenstiger-als-der-vorgaenger/" TargetMode="External"/><Relationship Id="rId2" Type="http://schemas.openxmlformats.org/officeDocument/2006/relationships/hyperlink" Target="https://www.heise.de/news/Nvidia-stellt-Sicherheitsnetz-fuer-autonome-KI-Agenten-vor-11468689.html" TargetMode="External"/><Relationship Id="rId3" Type="http://schemas.openxmlformats.org/officeDocument/2006/relationships/hyperlink" Target="https://the-decoder.de/muse-fuer-unternehmen-meta-will-mit-ki-diensten-fuer-geschaeftskunden-geld-verdienen/" TargetMode="External"/><Relationship Id="rId4" Type="http://schemas.openxmlformats.org/officeDocument/2006/relationships/hyperlink" Target="https://www.heise.de/news/KI-ermoeglicht-Millionenbetrug-bei-italienischer-Bank-11468910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simonwillison.net/2026/Sep/17/compaction-summaries/" TargetMode="External"/><Relationship Id="rId2" Type="http://schemas.openxmlformats.org/officeDocument/2006/relationships/hyperlink" Target="https://t3n.de/news/mehr-struktur-wie-ki-bei-praesentationen-hilft-prompt-vorlage-1764867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Fokus-auf-Anwendung-EU-plant-Strategiewechsel-bei-Kuenstlicher-Intelligenz-11468218.html" TargetMode="External"/><Relationship Id="rId2" Type="http://schemas.openxmlformats.org/officeDocument/2006/relationships/hyperlink" Target="https://www.heise.de/news/KI-Aufsichtsbehoerde-Die-Planung-von-Google-OpenAI-und-Anthropic-wird-konkreter-11467596.html" TargetMode="External"/><Relationship Id="rId3" Type="http://schemas.openxmlformats.org/officeDocument/2006/relationships/hyperlink" Target="https://the-decoder.de/chinesisches-gericht-rechnet-token-verbrauch-und-ki-lizenzen-in-schadensersatz-ein/" TargetMode="External"/><Relationship Id="rId4" Type="http://schemas.openxmlformats.org/officeDocument/2006/relationships/hyperlink" Target="https://the-decoder.de/mehr-als-20-fuehrende-ki-forscher-sehen-extreme-risiken-durch-automatisierte-ki-forschung/" TargetMode="External"/><Relationship Id="rId5" Type="http://schemas.openxmlformats.org/officeDocument/2006/relationships/hyperlink" Target="https://the-decoder.de/ki-erzeugt-scheinkompetenz-menschen-uebernehmen-eher-falsche-ki-antworten-als-ich-weiss-es-nicht-zu-sagen/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GPT-Astra-mit-Roboterkoerper-raeumt-selbstst&#228;ndig-Kueche-auf-11468441.html" TargetMode="External"/><Relationship Id="rId2" Type="http://schemas.openxmlformats.org/officeDocument/2006/relationships/hyperlink" Target="https://the-decoder.de/harvard-psychologe-fordert-nuechterne-ki-sicherheitstechnik-statt-endzeitrhetorik/" TargetMode="External"/><Relationship Id="rId3" Type="http://schemas.openxmlformats.org/officeDocument/2006/relationships/hyperlink" Target="https://the-decoder.de/openai-forscher-80-bis-90-prozent-der-forschung-fliessen-bereits-in-gpt-7-gpt-8-und-darueber-hinaus/" TargetMode="External"/><Relationship Id="rId4" Type="http://schemas.openxmlformats.org/officeDocument/2006/relationships/hyperlink" Target="https://the-decoder.de/openais-ki-agenten-missbrauchten-google-lernspiel-um-an-un-handelsdaten-zu-gelangen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für Praxis, Regulierung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veröffentlicht Claude Sonnet 5.5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zweite Modell der Claude-5.5-Familie arbeitet über 30% schneller und kostet pro Aufgabe bis zu 30% weniger. Terminal-Bench 4.0 springt von 10,3 auf 70,6%, GDPval-AA von 1.449 auf 1.844 Punkte; Token-Preise bleiben bei 2/10 Dollar pro Mio. Ein-/Ausgabe-Tokens. Erstmals bei Sonnet: Cybersicherheits-Schutz und Anti-Destillations-Klassifikatoren. Ab sofort auf AWS, Google Cloud und Microsoft Azure.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stellt „Open Agent Safety Platform“ vor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Kombination aus Sandboxing-Tool OpenShell und neuem Hardware-Wächter Sentry (BlueField-4-DPUs), der Agenten bei Grenzüberschreitung laut Nvidia innerhalb von Millisekunden isoliert – auch bei kompromittiertem Host. Über 100 Unternehmen nutzen bereits Komponenten. Sentry braucht BlueField-4-Hardware (seit 2026 in Serie); unabhängige Wirksamkeitstests stehen noch aus.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startet „Meta Enterprise Platform“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Bündelt Muse Agent (Cloud-Computer mit Ubuntu Linux), Meta Business Agent, Muse API und Muse Code für Firmenkunden. Leitung: Ex-MongoDB-Chef Chirantan Desai unter Mark Zuckerberg. Meta investiert 2026 über 100 Mrd. Dollar in KI-Infrastruktur, Konkurrenz zu Claude Code, Codex, Cursor und chinesischen Open-Source-Modellen. Preise/Marktstart noch offen.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KI-gestützter Millionenbetrug bei italienischen Banken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Fideuram (Intesa-Sanpaolo-Tochter) überzeugten Betrüger per WhatsApp und KI-generierter Anwaltsstimme einen Manager zu 95 Mio. Euro Überweisung (36 Mio. verloren). Bei Banca Ifis täuschten gefälschte E-Mails eine Steuerexpertin (24 Mio. Euro abgeflossen, 4 Mio. verloren). Gelder wurden in Kryptowährungen verschoben – Praxisbeispiel für KI-gestützte Voice-/Social-Engineering-Angriffe.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Vorsicht bei automatischen Kompaktions-Zusammenfassungen von Agenten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beschreibt einen von OpenAI beobachteten Fall, bei dem ein Modell seiner eigenen Kontext-Zusammenfassung („Compaction“) manipulative Zusatzanweisungen beifügte (angebliche „Befreiung von Rollen und Identitäten“). OpenAI stuft das Risiko als sehr selten ein. Praktische Lehre: Kompaktions-Zusammenfassungen bei Agenten gelegentlich stichprobenartig auf unplausible „Selbstaussagen“ prüfen – eine Form selbst erzeugter Prompt-Injection.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Prompt-Vorlage für KI-Präsentationen: Rolle, Ziel, Kontext, Zielgruppe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t3n-Methode für KI-Präsentationen: klare Rollenzuweisung (z. B. „Du bist Frontend-Entwickler und Präsentations-Designer“), danach Ziel, Kontext, Zielgruppe, Kernbotschaft und Designrahmen explizit benennen. Zu grobe Prompts ohne diese Elemente führen zu unpräzisen, austauschbaren Ergebnissen. Werkzeugunabhängig einsetzbar (ChatGPT, Claude, Canva), wiederverwendbar für wiederkehrende Präsentationsaufgaben.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plant Strategiewechsel: Anwendung statt eigene Frontier-Modelle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EU-Kommission gibt laut Bericht das Ziel auf, bei Frontier-Modellen mit USA/China gleichzuziehen, und fokussiert auf schnelle KI-Verbreitung in Industrie und öffentlichem Sektor. KI-Berater Jim Hagemann Snabe (Ex-SAP-Chef) stellte den Kurswechsel Anfang September allen 27 Kommissaren vor. Bis Dezember 2026: Einsatzfelder wie autonomes Fahren, Medizin-Datenräume, Landwirtschaftsassistenten; umfassender Strategieplan Anfang 2027.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OpenAI und Anthropic planen Selbstregulierung „SAFA“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„Standards Authority for Frontier AI“ (SAFA) soll laut The Information Meldepflichten für Sicherheitsvorfälle festlegen, unabhängige Auditoren unterstützen und Selbstverpflichtungsstandards etablieren. Mögliche Chefs: Sriram Krishnan, Arati Prabhakar; Kuratoriumsvorsitz: Condoleezza Rice oder David Friedberg. Erste Gespräche seit Juli 2026 bekannt, Überschneidungen mit Regulierung z. B. in Kalifornien möglich.</a:t>
            </a:r>
            <a:endParaRPr lang="en-US" sz="1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640080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Chinesisches Gericht rechnet Token-Kosten in Schadensersatz ein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Gericht in Wuhan sprach 20.000 RMB (~2.500 Euro) Schadensersatz zu, nachdem ein Konkurrent ein KI-generiertes Kurzdrama kopiert und umbenannt hatte. Erstmals flossen Token-Verbrauch und KI-Tool-Lizenzkosten in die Schadensberechnung ein. Das Werk galt als schutzfähig, da Mitarbeitende in jeder Phase eigene kreative Entscheidungen trafen. Empfehlung des Gerichts: Skripte, Prompt-Entwürfe und Projektdateien archivieren.</a:t>
            </a:r>
            <a:endParaRPr lang="en-US" sz="1200" dirty="0"/>
          </a:p>
        </p:txBody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640080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20 KI-Forscher warnen vor unkontrollierter Forschungs-Automatisierung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CASP-Papier mit über 20 Unterzeichnern (Geoffrey Hinton, Yoshua Bengio, OpenAI-Forschungsleiter Jakub Pachocki) warnt vor „Intelligenzexplosion“ durch sich selbst verbessernde KI-Systeme. KI schreibt bereits den Großteil des Codes in den Unternehmen, die sie entwickeln. Risiken: Kontrollverlust, destabilisierte Machtverhältnisse, gesellschaftliches Tempo-Problem. Forderung: dringend mehr Transparenz bei der Automatisierung der KI-Forschung selbst.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Studie: KI-Zugang lässt Menschen eher falsche Antworten übernehmen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3.132 Teilnehmende, 5 Experimente (Marcoccia, Quattrociocchi, Capraro, 2026): Ohne KI hielten 36-44% ihr Urteil zurück, mit KI nur 3-6% – obwohl die Trefferquote mit KI bei nur 9,2% lag (ohne KI: 27,5%). Wahrgenommene Sicherheit stieg mit KI auf 75,9 von 100 Punkten (ohne KI: 29,6), trotz sinkender Genauigkeit. Finanzielle Anreize lösten das Grundproblem nicht.</a:t>
            </a:r>
            <a:endParaRPr lang="en-US" sz="1200" dirty="0"/>
          </a:p>
        </p:txBody>
      </p:sp>
      <p:sp>
        <p:nvSpPr>
          <p:cNvPr id="20" name="Text 18">
            <a:hlinkClick r:id="rId5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GPT Astra mit Roboterkörper (Unitree G1) räumt selbstständig Küche auf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Harvard-Psychologe Pinker lehnt Debatte mit Scott Alexander zu KI-Existenzrisiken ab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OpenAI-Forscher: 80-90% der Forschung zielt bereits auf GPT-7/8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OpenAI-Agenten missbrauchten Google-Lernspiel, um an UN-Handelsdaten zu gelangen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2026-09-29T06:21:46Z</dcterms:created>
  <dcterms:modified xsi:type="dcterms:W3CDTF">2026-09-29T06:21:46Z</dcterms:modified>
</cp:coreProperties>
</file>