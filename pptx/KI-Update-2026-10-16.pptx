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nvidia-erweitert-nemotron-um-offenes-agentenmodell-super-vl-und-lokale-bolt-varianten/" TargetMode="External"/><Relationship Id="rId2" Type="http://schemas.openxmlformats.org/officeDocument/2006/relationships/hyperlink" Target="https://www.heise.de/news/Scion-schlanke-Git-Alternative-von-Anthropic-fuer-agentische-Workflows-11488979.html" TargetMode="External"/><Relationship Id="rId3" Type="http://schemas.openxmlformats.org/officeDocument/2006/relationships/hyperlink" Target="https://the-decoder.de/muse-spark-open-meta-meldet-sich-mit-open-weight-modell-optimiert-fuer-apples-m5-zurueck/" TargetMode="External"/><Relationship Id="rId4" Type="http://schemas.openxmlformats.org/officeDocument/2006/relationships/hyperlink" Target="https://the-decoder.de/black-forest-labs-veroeffentlicht-flux-3-image-klein-als-open-weights-modell-fuer-bilderzeugung-editing-und-4k-generierung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hintergrund/Woran-scheitern-KI-Projekte-Ein-Ueberblick-der-wichtigsten-Einflussfaktoren-11477117.html" TargetMode="External"/><Relationship Id="rId2" Type="http://schemas.openxmlformats.org/officeDocument/2006/relationships/hyperlink" Target="https://t3n.de/news/toke-effizienz-ki-modell-kosten-1767175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US-Klagewelle-Acht-Bundesstaaten-verklagen-OpenAI-wegen-ChatGPT-Gefahren-11488957.html" TargetMode="External"/><Relationship Id="rId2" Type="http://schemas.openxmlformats.org/officeDocument/2006/relationships/hyperlink" Target="https://www.heise.de/news/Gericht-Snapchat-Chatbot-darf-aus-Kinderdaten-keine-Werbung-machen-11489466.html" TargetMode="External"/><Relationship Id="rId3" Type="http://schemas.openxmlformats.org/officeDocument/2006/relationships/hyperlink" Target="https://the-decoder.de/gpt-6-astra-loest-49-von-50-unveroeffentlichten-forschungsproblemen-der-theoretischen-physik/" TargetMode="External"/><Relationship Id="rId4" Type="http://schemas.openxmlformats.org/officeDocument/2006/relationships/hyperlink" Target="https://the-decoder.de/google-will-mit-gemini-4-argon-ein-einziges-ki-modell-fuer-den-gesamten-robotik-workflow-etablieren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Grok-Voice-3-0-setzt-sich-im-Sprach-KI-Vergleich-an-die-Spitze-11489420.html" TargetMode="External"/><Relationship Id="rId2" Type="http://schemas.openxmlformats.org/officeDocument/2006/relationships/hyperlink" Target="https://www.heise.de/news/Ubuntu-26-10-Linux-7-3-und-KI-Assistent-im-Gepaeck-11488457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OKTOBER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für Praxis, Regulierung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16.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erweitert Nemotron um offenes Agentenmodell "Super VL" und lokale Bolt-Varianten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3.5 Super VL: multimodales Agentenmodell mit 120 Mrd. Parametern (12 Mrd. aktiv), destilliert aus Nemotron 3 Ultra, entwickelt mit der Nemotron Coalition (Mistral AI, Perplexity, Black Forest Labs). Bis zu 5x Durchsatz gegenüber ähnlich großen offenen Modellen (ca. 630 Tokens/Sekunde laut Artificial Analysis). Kleinere Bolt-Varianten (74B-A9B für 24GB, E4B für 4GB) für lokale Hardware mit Ollama/LM-Studio/vLLM-Support. Modellgewichte, Trainingsdaten und RL-Umgebungen offen verfügbar.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Scion: schlanke Git-Alternative von Anthropic für agentische Workflows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hat intern Scion als Ersatz für Git im eigenen Monorepo entwickelt (fast 100 GB Hauptverlauf, bis zu 30.000 Merges/Tag im September). Ein siebenköpfiges Team baute es laut Artikel in fünf Monaten mithilfe von Claude. Rund 200-mal weniger CPU/Memory, CI-Checkouts rund zwei Größenordnungen schneller als die vorherigen Git-Mirror-Setups. Wird nicht als Open Source veröffentlicht.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 online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 Spark Open: Meta meldet sich mit Open-Weight-Modell zurück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erstes offenes Modell seit der Llama-Reihe: 816 Mrd. Parameter gesamt (42 Mrd. aktiv, MoE), Kontext bis 1 Million Tokens, multimodal. Laut Meta besser als Qwen 3.8, GLM 5.3 und Kimi K3 auf JobBench/HLE-Diamond. Optimiert für Apples M5 Ultra (zwei Mac Studios mit je 512 GB genügen laut Meta). Lizenz: kostenlos mit Attributionspflicht, separate Vereinbarung für Unternehmen über 20 Mio. USD Umsatz.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Forest Labs veröffentlicht FLUX 3 Image Klein als Open-Weights-Modell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Offenes Bildmodell mit 5,6 Mrd. Parametern, laut Artikel 91 Elo-Punkte besser als Vorgänger FLUX.2 [klein] bei 38% weniger Parametern. INT8-Version läuft auf 8GB-VRAM-GPUs (unter 9 Sekunden/Bild auf RTX 4070). Native 4K-Generierung, pixelgenaues Editing, bis zu zehn Referenzbilder. FLUX Community License, kostenlos bis 5 Mio. USD Jahresumsatz.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16.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Datenfundament vor Modellwahl: Golden Source, Data Owner und Testfragen statt Reproduzierbarkeit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iX-Fachartikel argumentiert, dass LLM-Projekte meist nicht am Modell scheitern, sondern an unklarer Data Ownership und schlechter Datenqualität. Methode: pro Datensatz eine verbindliche Golden Source benennen, einen namentlichen Data Owner bestimmen, Datenherkunft dokumentieren. Qualität über feste Testfragen und laufendes Monitoring messen statt über Reproduzierbarkeit.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 online / iX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KI-Kosten in erledigten Aufgaben statt in Tokens messen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t3n-Interview mit einem Applied-AI-Engineer von OpenAI: Der Preis pro Token zählt weniger als das, was ein Modell mit einem gegebenen Budget leistet. Empfehlung: KI-Ausgaben in abgeschlossenen Aufgaben messen statt reflexhaft immer das stärkste Modell für jede Aufgabe einzusetzen.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16. OKTOBER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US-Bundesstaaten verklagen OpenAI wegen ChatGPT-Risiken für Minderjährige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Arizona, Arkansas, Idaho, Iowa, Kansas, Montana, Nebraska und West Virginia reichten am 14.10. koordinierte Klagen ein: ChatGPT habe Nutzer zu Selbstverletzung angeleitet, Wahnvorstellungen verstärkt, gefährliche medizinische Ratschläge gegeben. Gefordert: Herausgabe von Erträgen, Altersverifikation, Nutzungszeitbegrenzungen. Arkansas verlangt zusätzlich einen Stopp weiterer Tests rekursiv selbstverbessernder Modelle.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 online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Landgericht Köln verbietet Snapchat-Chatbot Werbung aus Kinderdaten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Klage des vzbv entschieden: Snap darf personenbezogene Daten aus dem KI-Chatbot nicht ohne hinreichende Rechtsgrundlage für Werbung nutzen, die Einwilligung über vorausgefüllte Kästchen verstoße gegen EU-Datenschutzrecht. Urteil Ende September gefällt, Volltext jetzt veröffentlicht. Bis zu 250.000 Euro Ordnungsgeld bei Verstoß.</a:t>
            </a:r>
            <a:endParaRPr lang="en-US" sz="12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640080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 online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GPT-6-Astra löst 49 von 50 unveröffentlichten Physik-Forschungsproblemen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Forschende u.a. von Harvard, KU Leuven und Google DeepMind erstellten den Benchmark TheoPhysEval (50 unveröffentlichte Aufgaben, elf Teilgebiete theoretische Physik). GPT-6-Astra löste mit Websuche 49/50 (98%) zu unter 3 USD/Aufgabe, ohne Websuche 92%. Claude Opus 5.5: 92%, Gemini 3.8 Flash: 68%, GLM 5.3: 42%. Autoren relativieren: "turn-the-crank"-Probleme, keine echten offenen Forschungsfragen. Einige Experten-Musterlösungen enthielten selbst Fehler, die Astra aufdeckte.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stellt Gemini 4 Argon als Modell für den gesamten Robotik-Workflow vor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positioniert das bereits am 14.10. veröffentlichte Gemini 4 Argon zusätzlich für Robotersteuerung, Simulationserzeugung und Videobewertung. Googles eigener ERQA-Benchmark: Argon 87,0% vs. Claude Opus 5.5 82,3%. Im unabhängigeren AA-Robotics-Benchmark (echter Roboterarm) liegt Argon mit 55/100 nur auf Platz drei hinter GPT-6 Astra (69) und GPT-6.1 Sol (65). Kritik: starke Abhängigkeit von menschlichen Vorgaben, keine Fehlerraten genannt.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16.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Grok Voice 3.0 setzt sich im Sprach-KI-Vergleich an die Spitze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 online)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Ubuntu 26.10: Linux 7.3 und KI-Assistent im Gepäck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 online)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2026-10-16T06:31:23Z</dcterms:created>
  <dcterms:modified xsi:type="dcterms:W3CDTF">2026-10-16T06:31:23Z</dcterms:modified>
</cp:coreProperties>
</file>