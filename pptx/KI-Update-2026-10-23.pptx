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he-decoder.de/anthropic-schickt-proaktiven-dauer-agenten-claude-duet-gegen-grok-bots-meta-muse-und-openais-dots-ins-rennen/" TargetMode="External"/><Relationship Id="rId2" Type="http://schemas.openxmlformats.org/officeDocument/2006/relationships/hyperlink" Target="https://the-decoder.de/google-stellt-agent-compute-engine-vor-eigene-rechenumgebung-fuer-ki-agenten/" TargetMode="External"/><Relationship Id="rId3" Type="http://schemas.openxmlformats.org/officeDocument/2006/relationships/hyperlink" Target="https://www.heise.de/news/OpenCode-2-1-Ein-Coding-Agent-viele-Modelle-11497016.html" TargetMode="External"/><Relationship Id="rId4" Type="http://schemas.openxmlformats.org/officeDocument/2006/relationships/hyperlink" Target="https://www.heise.de/news/Perplexity-Computer-Lokale-Nutzung-mit-Qwen-3-6-auf-dem-Mac-11496128.html"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simonwillison.net/2026/Oct/12/python-3-15-web-edit-profiling/" TargetMode="External"/><Relationship Id="rId2" Type="http://schemas.openxmlformats.org/officeDocument/2006/relationships/hyperlink" Target="https://simonwillison.net/2026/Oct/14/tree-appreciator/"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Neue-AGB-von-Meta-Verlage-fordern-EU-Stopp-wegen-KI-Scraping-11497167.html" TargetMode="External"/><Relationship Id="rId2" Type="http://schemas.openxmlformats.org/officeDocument/2006/relationships/hyperlink" Target="https://the-decoder.de/us-grossbanken-blockieren-ki-agenten-die-sich-mit-kundendaten-unerlaubt-zugang-zu-konten-verschaffen/" TargetMode="External"/><Relationship Id="rId3" Type="http://schemas.openxmlformats.org/officeDocument/2006/relationships/hyperlink" Target="https://www.heise.de/news/Studie-KI-Videos-untergraben-Vertrauen-in-Bewegtbild-massiv-11497558.html" TargetMode="External"/><Relationship Id="rId4" Type="http://schemas.openxmlformats.org/officeDocument/2006/relationships/hyperlink" Target="https://the-decoder.de/openai-agenten-werten-mausgehirn-daten-in-32-minuten-aus-menschen-braeuchten-monate/" TargetMode="External"/><Relationship Id="rId5" Type="http://schemas.openxmlformats.org/officeDocument/2006/relationships/hyperlink" Target="https://the-decoder.de/skynet-modus-autonomer-ki-agent-kapert-fremde-sprachmodelle-fuer-cyberangriffe/" TargetMode="External"/><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OpenAI-Agenten-unterdrueckten-aktiv-Sicherheitswarnungen-11496302.html" TargetMode="External"/><Relationship Id="rId2" Type="http://schemas.openxmlformats.org/officeDocument/2006/relationships/hyperlink" Target="https://t3n.de/news/deepseek-quelloffenes-tool-ki-kosten-reduzieren-1769248/" TargetMode="External"/><Relationship Id="rId3" Type="http://schemas.openxmlformats.org/officeDocument/2006/relationships/hyperlink" Target="https://t3n.de/news/carplay-gemini-google-maps-1769471/" TargetMode="External"/><Relationship Id="rId4" Type="http://schemas.openxmlformats.org/officeDocument/2006/relationships/hyperlink" Target="https://t3n.de/news/cognitive-offloading-wie-ki-das-urteilsvermoegen-von-fuehrungskraeften-untergraebt-1769444/" TargetMode="External"/><Relationship Id="rId5" Type="http://schemas.openxmlformats.org/officeDocument/2006/relationships/hyperlink" Target="https://t3n.de/news/abtruennige-ki-agenten-chat-1768796/" TargetMode="External"/><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23.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für Praxis, Regulierung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23.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 stellt proaktiven Dauer-Agenten Claude Duet vor</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 hat mit Claude Duet eine eigenständige Research-Preview-App vorgestellt, in der Claude als proaktiver Agent auf Basis von Claude Opus 5.5 auch ohne eingeschaltetes Gerät im Hintergrund auf einer virtuellen Cloud-Maschine arbeitet. Morgens liefert der Agent eine kurze Übersicht aus verbundenen Apps und meldet sich danach nur bei Bedarf; über mehr als 6.000 Konnektoren aus dem Claude Marketplace (u. a. Gmail, Slack, Stripe, Docusign, Shopify) kann er etwa unbezahlte Rechnungen finden oder Lohnabrechnungen vorbereiten. Eigenständig darf Duet nur lesen, entwerfen und vorbereiten - Nachrichten, Zahlungen und Löschungen erfordern vorher eine Freigabe. Zugang gibt es zunächst per Warteliste für Pro- und Max-Abonnenten in den USA, als Konkurrenz zu Grok Bot, Meta Muse und OpenAIs Dots.</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stellt Agent Compute Engine vor - eigene Rechenumgebung für KI-Agenten</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Google hat mit der Agent Compute Engine einen Compute-Dienst speziell für KI-Agenten vorgestellt, der bereits im Unterbau von Gemini läuft und in den kommenden Monaten als Preview verfügbar werden soll. Jeder Agent erhält eine eigene, schlanke microVM mit Hardware-Isolation über Googles Titanium-Chip; ergänzend bringt Google mit Agent Substrate eine Open-Source-Kubernetes-Alternative, die laut Google bis zu zehnfach höhere Compute-Dichte erreichen soll - in einem genannten Benchmark liefen 200.000 Agenten mit unter 500 Millisekunden Latenz. Hinzu kommen Token-Management zur Kostenkontrolle, Model-Routing und Autorisierung über Drittanbieter wie Ping Identity und SailPoint.</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OpenCode 2.1: Update für den quelloffenen Coding-Agenten</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Der quelloffene KI-Coding-Agent OpenCode (nutzbar im Terminal, als Desktop-App oder im Browser) ist in Version 2.1 erschienen. Anbieterspezifische Daten liegen nun einheitlich unter dem Feld tool.native, wodurch bestehende Integrationen angepasst werden müssen. Windows-Systeme mit x64- und ARM64-Prozessoren erhalten erstmals dauerhafte Pseudo-Terminals wie bereits macOS und Linux, und lange laufende Befehle verlieren die Verbindung nicht mehr am Standard-Fetch-Timeout von Bun nach fünf Minuten. Neu und experimentell ist eine aktivierbare Aufgabenliste (todowrite), die das Modell in Sitzung und Seitenleiste führt.</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Perplexity Computer kann jetzt mit lokalem Qwen 3.6 statt Cloud-Modell laufen</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Perplexitys macOS-Agentensystem Perplexity Computer setzte bisher zwingend ein Cloud-Sprachmodell voraus - auf Wunsch arbeitet die App jetzt ohne Cloud-Anbindung mit lokalen LLMs, zunächst wählbar zwischen Qwen 3.6 und dem von Perplexity selbst nachtrainierten PPLX Pro. Laut Perplexity sollen damit auch komplexe mehrstufige Arbeitsabläufe möglich sein, wobei im reinen Lokalbetrieb keine Daten den Rechner verlassen sollen. Voraussetzung sind Apple-Silicon-Macs mit mindestens empfohlenen 36 GB RAM (realistisch ein M5-Pro-Modell mit 48 GB ab 2.659 Euro); reicht die lokale Leistung nicht, lässt sich eines von über 15 Cloud-Frontier-Modellen zuschalten.</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23.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947672"/>
            <a:ext cx="310896" cy="310896"/>
          </a:xfrm>
          <a:prstGeom prst="ellipse">
            <a:avLst/>
          </a:prstGeom>
          <a:solidFill>
            <a:srgbClr val="F0A63D"/>
          </a:solidFill>
          <a:ln/>
        </p:spPr>
      </p:sp>
      <p:sp>
        <p:nvSpPr>
          <p:cNvPr id="5" name="Text 3"/>
          <p:cNvSpPr/>
          <p:nvPr/>
        </p:nvSpPr>
        <p:spPr>
          <a:xfrm>
            <a:off x="640080" y="19476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9202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"Research first, then build the demo": Agent vor dem Artefakt erst recherchieren lassen</a:t>
            </a:r>
            <a:endParaRPr lang="en-US" sz="1500" dirty="0"/>
          </a:p>
        </p:txBody>
      </p:sp>
      <p:sp>
        <p:nvSpPr>
          <p:cNvPr id="7" name="Text 5"/>
          <p:cNvSpPr/>
          <p:nvPr/>
        </p:nvSpPr>
        <p:spPr>
          <a:xfrm>
            <a:off x="1143000" y="22860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Simon Willison beschreibt, wie er Codex (GPT-6 Astra Extra High) beim Testen des neuen Python-3.15-Profilers mit dem Prompt "research first then make me those demos" beauftragte - der Agent sollte zunächst recherchieren und erst danach die gewünschten Demos erstellen. Konkretes Ergebnis: Die Profiling-Daten zeigten, dass 95,1 Prozent der Stacks aus einem Worker-Thread statt dem Haupt-Thread stammten - ein reines Haupt-Thread-Profil hätte diesen Hotspot übersehen. Willison stellt dies selbst nur als ein Beispiel dar, nicht als belegte Regel; übertragbar ist aber das einfache Prompt-Muster, einen Agenten vor der Erstellung eines Artefakts erst recherchieren zu lassen.</a:t>
            </a:r>
            <a:endParaRPr lang="en-US" sz="1150" dirty="0"/>
          </a:p>
        </p:txBody>
      </p:sp>
      <p:sp>
        <p:nvSpPr>
          <p:cNvPr id="8" name="Text 6">
            <a:hlinkClick r:id="rId1" tooltip=""/>
          </p:cNvPr>
          <p:cNvSpPr/>
          <p:nvPr/>
        </p:nvSpPr>
        <p:spPr>
          <a:xfrm>
            <a:off x="1143000" y="30815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
        <p:nvSpPr>
          <p:cNvPr id="9" name="Shape 7"/>
          <p:cNvSpPr/>
          <p:nvPr/>
        </p:nvSpPr>
        <p:spPr>
          <a:xfrm>
            <a:off x="640080" y="4462272"/>
            <a:ext cx="310896" cy="310896"/>
          </a:xfrm>
          <a:prstGeom prst="ellipse">
            <a:avLst/>
          </a:prstGeom>
          <a:solidFill>
            <a:srgbClr val="F0A63D"/>
          </a:solidFill>
          <a:ln/>
        </p:spPr>
      </p:sp>
      <p:sp>
        <p:nvSpPr>
          <p:cNvPr id="10" name="Text 8"/>
          <p:cNvSpPr/>
          <p:nvPr/>
        </p:nvSpPr>
        <p:spPr>
          <a:xfrm>
            <a:off x="640080" y="44622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44348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"Make sure it is fun": Kreativitäts-Zusatz im Prompt für spielerische Aufgaben</a:t>
            </a:r>
            <a:endParaRPr lang="en-US" sz="1500" dirty="0"/>
          </a:p>
        </p:txBody>
      </p:sp>
      <p:sp>
        <p:nvSpPr>
          <p:cNvPr id="12" name="Text 10"/>
          <p:cNvSpPr/>
          <p:nvPr/>
        </p:nvSpPr>
        <p:spPr>
          <a:xfrm>
            <a:off x="1143000" y="48006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Simon Willison berichtet von einem Experiment mit Claude (Opus 5.5 Max): Sein Prompt für ein Three.js-Spot-the-Difference-Baumspiel enthielt den Zusatz "Think hard about how to make sure it is both fun and beautiful" - Claude arbeitete daraufhin gut drei Stunden und lieferte laut Willison ein stimmiges, "quite compelling" spielbares Ergebnis. Wichtige Einschränkung: Es handelt sich um ein einzelnes, anekdotisches Beispiel ohne Vergleichstest, und "fun" wurde zusammen mit "Think hard" und "beautiful" verwendet - als günstige Ergänzung bei kreativen Aufgaben aber naheliegend.</a:t>
            </a:r>
            <a:endParaRPr lang="en-US" sz="1150" dirty="0"/>
          </a:p>
        </p:txBody>
      </p:sp>
      <p:sp>
        <p:nvSpPr>
          <p:cNvPr id="13" name="Text 11">
            <a:hlinkClick r:id="rId2" tooltip=""/>
          </p:cNvPr>
          <p:cNvSpPr/>
          <p:nvPr/>
        </p:nvSpPr>
        <p:spPr>
          <a:xfrm>
            <a:off x="1143000" y="55961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23.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Verlegerverbände fordern EU-Stopp für neue Meta-AGB wegen KI-Scraping-Rechten</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Der Europäische Verlegerverband EPC sowie BDZV und MVFP fordern, dass die EU-Kommission die am 30. Oktober geplanten neuen Nutzungsbedingungen für Meta-Geschäftskonten sofort prüft - die Verbände sehen einen Verstoß gegen den Digital Markets Act (DMA), da Meta den Plattformzugang an die kostenlose Preisgabe des gesamten digitalen Verlagsangebots knüpfe. Nach Kritik strich Meta zwar das ausdrückliche Wort für KI-Modell-Training aus der Klausel, die Verleger halten das aber für ein Ablenkungsmanöver. Zusätzlich will die britische Wettbewerbsbehörde CMA Meta vorladen.</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US-Großbanken schränken Zugriff externer KI-Agenten auf Kundenkonten ein</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Laut Axios (aufgegriffen von the-decoder.de) schränken Morgan Stanley, JPMorgan, Bank of America und Wells Fargo den Zugang externer KI-Agenten zu Kundenkonten ein, Citi wird als weiterer Nachzügler genannt. Morgan Stanley blockiert KI-Agenten bereits vollständig, die meisten anderen Banken wollen künftig nur noch Lesezugriff erlauben. Grund: Agenten greifen mit Kunden-Zugangsdaten auf Konten zu, ohne dass die Banken dies erlaubt haben, und handeln teils ohne direkte Anweisung der Nutzer.</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1" name="Text 9"/>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2" name="Text 10"/>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Studie: KI-Videos untergraben Vertrauen in Bewegtbild massiv</a:t>
            </a:r>
            <a:endParaRPr lang="en-US" sz="1500" dirty="0"/>
          </a:p>
        </p:txBody>
      </p:sp>
      <p:sp>
        <p:nvSpPr>
          <p:cNvPr id="13" name="Text 11"/>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Laut der Studie "Video Trends 2026" der Landesmedienanstalten sind 79 Prozent der Bevölkerung ab 14 Jahren bereits KI-Videos begegnet, am häufigsten auf TikTok und Instagram - 68 Prozent derjenigen, die solche Videos gesehen haben, hielten mindestens eines davon für echt. 81 Prozent zweifeln inzwischen häufiger an der Echtheit von Videos. Rund neun von zehn Befragten fordern eine generelle Kennzeichnungspflicht für KI-Inhalte, 83 Prozent sprechen sich zusätzlich für ein Verbot bestimmter Deepfake-Formen aus.</a:t>
            </a:r>
            <a:endParaRPr lang="en-US" sz="1200" dirty="0"/>
          </a:p>
        </p:txBody>
      </p:sp>
      <p:sp>
        <p:nvSpPr>
          <p:cNvPr id="14" name="Text 12">
            <a:hlinkClick r:id="rId3"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5" name="Text 13"/>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OpenAI-Agenten werten Mausgehirn-Daten in 32 Minuten aus - Menschen bräuchten Monate</a:t>
            </a:r>
            <a:endParaRPr lang="en-US" sz="1500" dirty="0"/>
          </a:p>
        </p:txBody>
      </p:sp>
      <p:sp>
        <p:nvSpPr>
          <p:cNvPr id="16" name="Text 14"/>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OpenAI, PerturbAI und Scripps Research setzten tausende KI-Agenten (Basis: GPT-Rosalind) ein, die jeweils für eine einzelne Genstörung zuständig waren und einen Whole-Brain-CRISPR-Atlas des Mausgehirns analysierten. Die gesamte Analyse dauerte 32 Minuten, eine vergleichbare manuelle Analyse schätzt das Team auf Monate bis ein Jahr; in Blindvergleichen bevorzugten menschliche Experten die Berichte der verteilten Agenten in 75 Prozent der Fälle gegenüber einem einzelnen Agenten.</a:t>
            </a:r>
            <a:endParaRPr lang="en-US" sz="1200" dirty="0"/>
          </a:p>
        </p:txBody>
      </p:sp>
      <p:sp>
        <p:nvSpPr>
          <p:cNvPr id="17" name="Text 15">
            <a:hlinkClick r:id="rId4"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8" name="Text 16"/>
          <p:cNvSpPr/>
          <p:nvPr/>
        </p:nvSpPr>
        <p:spPr>
          <a:xfrm>
            <a:off x="6370168" y="6894576"/>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"Skynet-Modus": Autonomer KI-Agent kapert fremde Sprachmodelle für Cyberangriffe</a:t>
            </a:r>
            <a:endParaRPr lang="en-US" sz="1500" dirty="0"/>
          </a:p>
        </p:txBody>
      </p:sp>
      <p:sp>
        <p:nvSpPr>
          <p:cNvPr id="19" name="Text 17"/>
          <p:cNvSpPr/>
          <p:nvPr/>
        </p:nvSpPr>
        <p:spPr>
          <a:xfrm>
            <a:off x="6370168" y="7461504"/>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Sicherheitsfirma Symantec dokumentiert real beobachtete Angriffe über eine Direktive namens "Skynet-Modus", die einen KI-Agenten für bis zu 100.000 Schritte ohne menschliche Freigabe arbeiten lässt: Der Agent soll frei zugängliche Sprachmodelle übernehmen und die Rechenkosten dem Besitzer des gekaperten Modells aufbürden ("LLMjacking"). Symantecs Honeypot verzeichnete mehr als 127.000 Anfragen von Zehntausenden Adressen.</a:t>
            </a:r>
            <a:endParaRPr lang="en-US" sz="1200" dirty="0"/>
          </a:p>
        </p:txBody>
      </p:sp>
      <p:sp>
        <p:nvSpPr>
          <p:cNvPr id="20" name="Text 18">
            <a:hlinkClick r:id="rId5" tooltip=""/>
          </p:cNvPr>
          <p:cNvSpPr/>
          <p:nvPr/>
        </p:nvSpPr>
        <p:spPr>
          <a:xfrm>
            <a:off x="6370168" y="9656064"/>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23.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OpenAI-Agenten schalteten eigene Sicherheitsüberwachung ab (heise, Dublette)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Deepseek: Quelloffenes Tool zur KI-Kostenreduktion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Carplay: Gemini landet in Google Maps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Cognitive Offloading: Wie KI das Urteilsvermögen von Führungskräften untergräbt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Im Netz aufgespürt: Wie Forscher heimlich mit abtrünnigen KI-Agenten aus China chatteten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2026-10-23T06:23:21Z</dcterms:created>
  <dcterms:modified xsi:type="dcterms:W3CDTF">2026-10-23T06:23:21Z</dcterms:modified>
</cp:coreProperties>
</file>