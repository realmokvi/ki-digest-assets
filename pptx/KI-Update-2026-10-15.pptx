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Apple-Intelligence-auf-dem-Apple-TV-4K-2026-Was-geht-und-was-nicht-11487033.html" TargetMode="External"/><Relationship Id="rId2" Type="http://schemas.openxmlformats.org/officeDocument/2006/relationships/hyperlink" Target="https://the-decoder.de/grosse-ki-modelle-verlieren-bei-milliarden-sicherheitsereignissen-den-faden-orion-1-soll-es-besser-machen/" TargetMode="External"/><Relationship Id="rId3" Type="http://schemas.openxmlformats.org/officeDocument/2006/relationships/hyperlink" Target="https://www.heise.de/news/NetApp-Novus-Speicherarchitektur-fuer-KI-Fabriken-11488065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ratgeber/Vibe-Coding-am-Mac-So-legen-Sie-los-11475065.html" TargetMode="External"/><Relationship Id="rId2" Type="http://schemas.openxmlformats.org/officeDocument/2006/relationships/hyperlink" Target="https://simonwillison.net/2026/Oct/14/tree-appreciator/" TargetMode="External"/><Relationship Id="rId3" Type="http://schemas.openxmlformats.org/officeDocument/2006/relationships/hyperlink" Target="https://simonwillison.net/2026/Oct/10/python-actions/" TargetMode="External"/><Relationship Id="rId4" Type="http://schemas.openxmlformats.org/officeDocument/2006/relationships/hyperlink" Target="https://www.heise.de/hintergrund/Typed-Domain-Grounding-als-Designprinzip-fuer-LLM-taugliche-DSLs-11486511.html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the-decoder.de/laut-google-ist-sich-selbst-verbessernde-ki-lange-nicht-in-sicht/" TargetMode="External"/><Relationship Id="rId2" Type="http://schemas.openxmlformats.org/officeDocument/2006/relationships/hyperlink" Target="https://www.heise.de/news/Apple-Forscher-nutzen-Apple-Silicon-Macs-im-Idle-Betrieb-als-virtuelle-GPUs-11487025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ise.de/news/Xbox-Labs-Microsoft-gruendet-Team-fuer-Experimente-mit-dekompilierten-Spielen-11487431.html" TargetMode="External"/><Relationship Id="rId2" Type="http://schemas.openxmlformats.org/officeDocument/2006/relationships/hyperlink" Target="https://www.heise.de/news/Nvidia-steigt-bei-Aerzteplattform-Doctolib-ein-11487423.html" TargetMode="External"/><Relationship Id="rId3" Type="http://schemas.openxmlformats.org/officeDocument/2006/relationships/hyperlink" Target="https://the-decoder.de/forscher-spueren-unkontrollierte-flotte-chinesischer-ki-agenten-auf-und-kommunizieren-mit-ihr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2377440"/>
            <a:ext cx="5852160" cy="5852160"/>
          </a:xfrm>
          <a:prstGeom prst="ellipse">
            <a:avLst/>
          </a:prstGeom>
          <a:solidFill>
            <a:srgbClr val="F0A63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5029200"/>
            <a:ext cx="3108960" cy="3108960"/>
          </a:xfrm>
          <a:prstGeom prst="ellipse">
            <a:avLst/>
          </a:prstGeom>
          <a:solidFill>
            <a:srgbClr val="F0A63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979615" y="8961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spc="200" kern="0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OKTOBER 2026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Donnerstag — KI-Nachrichten der letzten 24 Stunden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67964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367964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95848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23731" y="4572000"/>
            <a:ext cx="24535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A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8823731" y="5285232"/>
            <a:ext cx="24535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15.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PRAXIS-NEWS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285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285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011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Intelligence/Siri AI kommt auf das Apple TV 4K (2026)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8669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neue Apple TV 4K (2026, A19-Chip, 350 Euro) ist das erste Apple-TV-Modell mit Apple Intelligence und einer chatbot-artigen Siri AI, die offene Fragen beantwortet, Empfehlungen gibt und persönlichen Kontext einbezieht. Die älteren Apple-TV-4K-Modelle (2021, 2022) erhalten die Funktion per tvOS-27.2-Update "in den nächsten Wochen" nachgereicht. In Deutschland/der EU ist Siri AI auf keinem der Geräte verfügbar (Digital Markets Act).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6624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32049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49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31775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Artemis Security stellt Sicherheits-Modell Orion-1 vor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5433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US-Start-up Artemis Security hat Orion-1 vorgestellt, ein auf Security-Operations spezialisiertes Modell, das verstreute Log-Daten zu einem Angriffsbild verknüpft und Gegenmaßnahmen vorschlägt. Auf dem herstellereigenen, nicht unabhängig verifizierten Benchmark "Decision-Grade Readiness" erreicht Orion-1 als einziges getestetes Modell die 80-Punkte-Schwelle (80,8 vs. 58,3 Punkte gegenüber GPT-6 Sol). Aktuell nur als Private Preview verfügbar.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43388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88137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8813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85394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NetApp Novus: Speicherarchitektur für KI-Fabriken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521970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NetApp hat die für Zettabyte-Kapazitäten ausgelegte Storage-Architektur "Novus" vorgestellt, die Metadaten von den Datenknoten trennt und per pNFS/NFSv4.2 ohne proprietäre Client-Software auskommt. Architekturziel: über 100 TByte/s Gesamtdurchsatz bei bis zu 2 GByte/s pro GPU für mehrere hunderttausend GPUs. Zusätzlich "Keystone Sovereign" für Datensouveränität in Deutschland/Frankreich.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601522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15.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TIPPS &amp; TRICKS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3990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99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716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Vibe-Coding am Mac: Mit Claude Code und Xcode ohne eigenen Code eine Mac-App bauen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373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heise-Ratgeber beschreibt den konkreten Einstieg: Xcode installieren (liefert die Compiler-Tools), kein neues Projekt anlegen, danach Claude Code per Terminal installieren. Claude Code arbeitet danach direkt mit den Dateien im Projektordner und übernimmt die Programmierung, inkl. Planungsphase, Prompt-Formulierung und Kontext/Memory über Git.</a:t>
            </a:r>
            <a:endParaRPr lang="en-US" sz="115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143000" y="25328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63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" y="26289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"Make sure it is fun": Qualitätsvorgabe statt Detailanweisung für lange autonome Agentenläufe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9946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gab Claude nur die knappe Vorgabe, ein three.js-Spiel zu bauen und dabei zu überlegen, wie man es "fun and beautiful" macht. Claude arbeitete 3 Stunden 7 Minuten autonom und lieferte ein fertiges Spiel mit Musik, Animationen und Achievements. Kerntechnik: knappes Kernkonzept plus explizite Qualitätsvorgabe statt funktionaler Detailanweisungen.</a:t>
            </a:r>
            <a:endParaRPr lang="en-US" sz="1150" dirty="0"/>
          </a:p>
        </p:txBody>
      </p:sp>
      <p:sp>
        <p:nvSpPr>
          <p:cNvPr id="13" name="Text 11">
            <a:hlinkClick r:id="rId2" tooltip=""/>
          </p:cNvPr>
          <p:cNvSpPr/>
          <p:nvPr/>
        </p:nvSpPr>
        <p:spPr>
          <a:xfrm>
            <a:off x="1143000" y="37901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13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8862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Stündliches Polling statt manuellem Nachschauen: KI beauftragen, ein Repo zu überwachen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43000" y="42519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Willison gab ChatGPT den Auftrag, ein Git-Repository zu klonen und stündlich per git pull zu aktualisieren, bis eine bestimmte Software-Version erscheint, und sich dann zu melden. Statt selbst wiederholt nachzuschauen, übernimmt der Assistent die Überwachungsaufgabe.</a:t>
            </a:r>
            <a:endParaRPr lang="en-US" sz="1150" dirty="0"/>
          </a:p>
        </p:txBody>
      </p:sp>
      <p:sp>
        <p:nvSpPr>
          <p:cNvPr id="18" name="Text 16">
            <a:hlinkClick r:id="rId3" tooltip=""/>
          </p:cNvPr>
          <p:cNvSpPr/>
          <p:nvPr/>
        </p:nvSpPr>
        <p:spPr>
          <a:xfrm>
            <a:off x="1143000" y="50474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simonwillison.net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170932"/>
            <a:ext cx="310896" cy="310896"/>
          </a:xfrm>
          <a:prstGeom prst="ellipse">
            <a:avLst/>
          </a:prstGeom>
          <a:solidFill>
            <a:srgbClr val="F0A6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1709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5143500"/>
            <a:ext cx="10408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Domain Grounding: Domänensprachen für LLMs in bekannte Wirtssprachen einbetten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43000" y="5509260"/>
            <a:ext cx="1040861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heise-Hintergrundartikel beschreibt das Designprinzip "Typed Domain Grounding": Statt einer komplett neuen externen DSL wird die Domänensprache als typisierte, eingebettete DSL in einer verbreiteten Wirtssprache (z.B. Python/TypeScript) konstruiert, sodass der Compiler der Wirtssprache automatisch Fehler in der generierten Domänenlogik prüft.</a:t>
            </a:r>
            <a:endParaRPr lang="en-US" sz="1150" dirty="0"/>
          </a:p>
        </p:txBody>
      </p:sp>
      <p:sp>
        <p:nvSpPr>
          <p:cNvPr id="23" name="Text 21">
            <a:hlinkClick r:id="rId4" tooltip=""/>
          </p:cNvPr>
          <p:cNvSpPr/>
          <p:nvPr/>
        </p:nvSpPr>
        <p:spPr>
          <a:xfrm>
            <a:off x="1143000" y="6304788"/>
            <a:ext cx="104086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15. OKTOBER 2026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095848" y="1371600"/>
            <a:ext cx="0" cy="5029200"/>
          </a:xfrm>
          <a:prstGeom prst="line">
            <a:avLst/>
          </a:prstGeom>
          <a:noFill/>
          <a:ln w="9525">
            <a:solidFill>
              <a:srgbClr val="E7E4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REGULIERUNG/POLITIK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70168" y="777240"/>
            <a:ext cx="518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BEDEUTENDE FORSCHUNG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70168" y="1371600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Google-DeepMind-Ingenieur: Selbstverbessernde KI ist noch lange nicht in Sicht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370168" y="1938528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Laut Google-DeepMind-Mitarbeiter Haydn Belfield automatisiert KI zwar zunehmend Programmierarbeit (über 75% des Produktionscodes bei DeepMind), doch rund 88% der Code-Änderungen benötigen weiterhin menschliche Steuerung. Der General Capability Index wächst mit rund 0,1 Punkten pro Monat ohne erkennbare Beschleunigung.</a:t>
            </a:r>
            <a:endParaRPr lang="en-US" sz="1200" dirty="0"/>
          </a:p>
        </p:txBody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6370168" y="4133088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the-decoder.de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70168" y="4133088"/>
            <a:ext cx="5181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Apple-Forscher nutzen ungenutzte Mac-Rechenleistung als virtuelle GPU-Cloud ("Minions")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70168" y="4700016"/>
            <a:ext cx="51814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65C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Preprint von Apple-Forschern beschreibt "Minions": wenig ausgelastete Apple-Silicon-Macs werden zu einem internen GPU-Pool für ML-Inferenz zusammengeschaltet. Wartezeiten für GPU-Inferenz-Jobs sanken dadurch von teils über zehn Stunden auf Minuten. Isolationstechniken wie bei Apples "Private Cloud Compute" fehlen noch.</a:t>
            </a:r>
            <a:endParaRPr lang="en-US" sz="1200" dirty="0"/>
          </a:p>
        </p:txBody>
      </p:sp>
      <p:sp>
        <p:nvSpPr>
          <p:cNvPr id="11" name="Text 9">
            <a:hlinkClick r:id="rId2" tooltip=""/>
          </p:cNvPr>
          <p:cNvSpPr/>
          <p:nvPr/>
        </p:nvSpPr>
        <p:spPr>
          <a:xfrm>
            <a:off x="6370168" y="6894576"/>
            <a:ext cx="518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u="sng" dirty="0">
                <a:solidFill>
                  <a:srgbClr val="B8690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heise.de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KI-Update — 15. OKTOBER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Weitere gesichtete, aber ausgelassene Punkte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11535" cy="498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Xbox Labs: Microsoft gründet Team für KI-gestützte Spiele-Dekompilierung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steigt bei Ärzteplattform Doctolib ein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(heise.de)</a:t>
            </a:r>
            <a:endParaRPr lang="en-US" sz="1350" dirty="0"/>
          </a:p>
          <a:p>
            <a:pPr marL="342900" indent="-342900">
              <a:lnSpc>
                <a:spcPct val="150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u="sng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Forscher kommunizieren mit unkontrollierter Flotte chinesischer KI-Agenten</a:t>
            </a:r>
            <a:pPr indent="0" marL="0">
              <a:lnSpc>
                <a:spcPct val="150000"/>
              </a:lnSpc>
              <a:spcAft>
                <a:spcPts val="1000"/>
              </a:spcAft>
              <a:buNone/>
            </a:pPr>
            <a:r>
              <a:rPr lang="en-US" sz="1200" i="1" dirty="0">
                <a:solidFill>
                  <a:srgbClr val="9B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(the-decoder.de)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2026-10-15T06:24:00Z</dcterms:created>
  <dcterms:modified xsi:type="dcterms:W3CDTF">2026-10-15T06:24:00Z</dcterms:modified>
</cp:coreProperties>
</file>