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Anthropic-spendiert-seiner-KI-Claude-einen-eigenen-Browser-11431667.html" TargetMode="External"/><Relationship Id="rId2" Type="http://schemas.openxmlformats.org/officeDocument/2006/relationships/hyperlink" Target="https://www.heise.de/news/Salesforce-Claude-wird-zur-neuen-CRM-Oberflaeche-11431870.html" TargetMode="External"/><Relationship Id="rId3" Type="http://schemas.openxmlformats.org/officeDocument/2006/relationships/hyperlink" Target="https://the-decoder.de/googles-gemini-3-5-transcribe-erkennt-ueber-85-sprachen-und-filtert-fuellwoerter-in-echtzeit-heraus/" TargetMode="External"/><Relationship Id="rId4" Type="http://schemas.openxmlformats.org/officeDocument/2006/relationships/hyperlink" Target="https://the-decoder.de/gemini-omni-1-1-flash-google-macht-ki-videogenerierung-guenstiger-und-flexibler/"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simonwillison.net/2026/Aug/27/breaking-claude-code-opus-5-auto-mode/" TargetMode="External"/><Relationship Id="rId2" Type="http://schemas.openxmlformats.org/officeDocument/2006/relationships/hyperlink" Target="https://claude.com/blog/how-an-anthropic-field-marketer-uses-claude-code-to-send-weekly-personalized-updates-to-every-sales-rep" TargetMode="External"/><Relationship Id="rId3" Type="http://schemas.openxmlformats.org/officeDocument/2006/relationships/hyperlink" Target="https://simonwillison.net/2026/Aug/23/drew-breunig/"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Anthropic-vs-Pentagon-US-Regierung-handelte-rechtswidrig-und-unbegruendet-11432618.html" TargetMode="External"/><Relationship Id="rId2" Type="http://schemas.openxmlformats.org/officeDocument/2006/relationships/hyperlink" Target="https://the-decoder.de/ki-shopping-agenten-taugen-laut-studie-noch-nicht-als-objektiver-einkaufsberater/" TargetMode="External"/><Relationship Id="rId3" Type="http://schemas.openxmlformats.org/officeDocument/2006/relationships/hyperlink" Target="https://www.heise.de/news/OpenAI-Abschlussbericht-Rund-700-Agenten-griffen-Hugging-Face-an-11431716.html"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Bericht-Nvidia-uebernimmt-Hugging-Face-fuer-12-9-Milliarden-Dollar-11431261.html" TargetMode="External"/><Relationship Id="rId2" Type="http://schemas.openxmlformats.org/officeDocument/2006/relationships/hyperlink" Target="https://the-decoder.de/anthropic-mietet-fuer-45-milliarden-dollar-rechenkapazitaet-von-nscale/" TargetMode="External"/><Relationship Id="rId3" Type="http://schemas.openxmlformats.org/officeDocument/2006/relationships/hyperlink" Target="https://the-decoder.de/openai-und-mehr-als-100-unternehmen-warnen-in-offenem-brief-vor-ki-gestuetzten-cyberangriffen-auf-kritische-infrastruktur/" TargetMode="External"/><Relationship Id="rId4" Type="http://schemas.openxmlformats.org/officeDocument/2006/relationships/hyperlink" Target="https://www.heise.de/news/Schwarz-Digits-baut-grosses-KI-Rechenzentrum-in-Mecklenburg-Vorpommern-11431329.html" TargetMode="External"/><Relationship Id="rId5" Type="http://schemas.openxmlformats.org/officeDocument/2006/relationships/hyperlink" Target="https://nvidianews.nvidia.com/news/nvidia-groq-3-lpx-now-in-full-production-with-world-class-speed-for-agentic-ai" TargetMode="External"/><Relationship Id="rId6" Type="http://schemas.openxmlformats.org/officeDocument/2006/relationships/hyperlink" Target="https://t3n.de/news/ki-tool-open-source-ceo-1760134/" TargetMode="External"/><Relationship Id="rId7" Type="http://schemas.openxmlformats.org/officeDocument/2006/relationships/hyperlink" Target="https://simonwillison.net/2026/Aug/21/stop-making-tuis/" TargetMode="External"/><Relationship Id="rId8" Type="http://schemas.openxmlformats.org/officeDocument/2006/relationships/hyperlink" Target="https://thehackernews.com/2026/08/threatsday-ghostjacking-ai-attacks.html" TargetMode="External"/><Relationship Id="rId9" Type="http://schemas.openxmlformats.org/officeDocument/2006/relationships/hyperlink" Target="https://www.anthropic.com/news/model-hardware-standard-research-preview" TargetMode="External"/><Relationship Id="rId10" Type="http://schemas.openxmlformats.org/officeDocument/2006/relationships/hyperlink" Target="https://www.anthropic.com/news/expanding-support-for-scientists" TargetMode="External"/><Relationship Id="rId11" Type="http://schemas.openxmlformats.org/officeDocument/2006/relationships/hyperlink" Target="https://www.heise.de/news/McKinsey-Vertrauen-der-Firmen-in-KI-waechst-schnell-die-Gewinne-daraus-nicht-11427091.html" TargetMode="External"/><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28.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Freitagslauf — Praxis-News, Tipps &amp; Tricks, Regulierung/Politik und Forschung der letzten 24 Stunden</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baut Claude Cowork einen eigenen Browser ein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Claude Cowork öffnet ab sofort automatisch einen integrierten Browser im Seitenpanel, sobald eine Aufgabe eine Website erfordert – etwa um Zahlen aus Dashboards zu extrahieren, für die es keine API gibt. Der KI-Browser ist strikt von Tabs, Lesezeichen und Passwörtern des Nutzers getrennt; Login-Daten für Banking oder E-Mail sind standardmäßig ausgeschlossen. Rollout diese Woche für Pro-, Max- und Team-Abos auf macOS, Windows und Linux; Enterprise-Kunden haben bereits Zugriff.</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Salesforce macht Claude zur neuen CRM-Oberfläche ("Claudeforce")</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Mit dem Plugin "Salesforce in Claude" lassen sich CRM-Aufgaben direkt in Claude erledigen. Das Plugin startet mit 37 vorkonfigurierten Funktionen für Pipeline-Reviews, Deal-Health-Checks und Meeting-Vorbereitung und nutzt Salesforces neue "Headless 360"-Plattform. Claude greift nur innerhalb bestehender Nutzerrechte zu, Salesforce verspricht "Zero Data Retention". Zunächst nur für Pilotkunden, offene Beta ab September 2026.</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veröffentlicht Gemini 3.5 Transcribe</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Das neue Spracherkennungsmodell erkennt über 85 Sprachen automatisch, filtert Füllwörter wie "ähm" in Echtzeit heraus und korrigiert Versprecher während des Gesprächs. Wortfehlerrate: 4,0% bei Streaming-Audio, 2,6% bei aufgezeichnetem Audio, 70% geringere Latenz als Vorgänger Chirp 3. Zugänglich über Live-API und Interactions-API via Google AI Studio.</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macht KI-Videogenerierung mit Gemini Omni 1.1 Flash günstiger</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Das Modell analysiert nun bis zu 10 Sekunden vorherigen Videomaterials statt nur die letzte Sekunde und erlaubt Szenenverlängerung auf bis zu 40 Sekunden. Neu: Stilreferenz-Funktion, Keyframe-Steuerung, Draft-Modus (bis zu 60% schneller). Preise pro Sekunde: 0,03$ (360p) bis 0,30$ (4K).</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Sandboxing als Pflicht: Sicherheitslücke in Claude Codes Auto Mode</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Sicherheitsforscher Johann Rehberger fand eine Lücke im Auto Mode von Claude Code (Opus 5), die mit 80% Erfolgsquote den Agenten dazu bringt, ein bösartiges ZIP-Archiv auszuführen. Simon Willisons Rat: unbeaufsichtigte Coding-Agenten in isolierten Umgebungen laufen lassen, Netzwerkzugriff einschränken, sensible Ressourcen fernhalten. Sandboxing ist nicht optional, egal wie zuverlässig ein eingebauter Sicherheitsfilter wirkt.</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Wöchentliche Sales-Briefings automatisieren mit Claude Code als Workflow-Engine</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 Anthropic-Feldmarketer automatisierte seine Sonntagabend-Aufgabe: Claude wird über MCP an BigQuery angebunden und erstellt individuelle Montags-Briefings. Entscheidend war iterative Prompt-Verfeinerung – aus dem Feedback entstanden neun explizite Regeln (etwa "nie URLs erfinden"). Ergebnis: Registrierungen für ein Executive-Dinner verdoppelten sich binnen einer Woche.</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claude.com/blog</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Modellwahl bewusst treffen statt automatisch das neueste Modell nutzen</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Techstratege Drew Breunig plädiert dafür, bewusst abzuwägen, welches Modell für welche Aufgabe eingesetzt wird, statt automatisch das neueste zu nutzen. Sein Rat: Routineaufgaben mit kosteneffizienten Modellen (Opus, 5.6, K3, GLM) erledigen, Premium-Modelle wie Fable gezielt für Aufgaben reservieren, die deren überlegene Fähigkeiten wirklich brauchen.</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US-Gericht: Pentagon handelte rechtswidrig gegen Anthropic</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Bundesrichter in Kalifornien entschied, dass die Einstufung von Anthropic als "Supply Chain Risk" durch das US-Verteidigungsministerium rechtswidrig und unbegründet war. Anthropic hatte sich geweigert, seine KI dem Militär ohne ethische Einschränkungen bereitzustellen; das Pentagon reagierte im März mit der Risiko-Einstufung. Das Urteil betrifft nur das Verteidigungsministerium, weitere Verfahren laufen separat weiter.</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Wharton-Studie: KI-Shopping-Agenten sind keine objektiven Einkaufsberater</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Forscher der Wharton School testeten sechs KI-Modelle als Einkaufsberater. Schon eine einzelne externe Quelle wie ein Wirecutter-Test verschob die Produktempfehlung von Claude Opus und Gemini um 90 bis 99 Prozentpunkte. Selbst bei einem objektiv klar besseren Produkt verschoben persönliche Gedächtnisnotizen wie "Ich liebe Wandern" die Auswahl um 36 bis 75 Prozentpunkte weg vom besten Produkt.</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2" name="Text 10"/>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OpenAI-Abschlussbericht: Rund 700 KI-Agenten griffen Hugging Face an</a:t>
            </a:r>
            <a:endParaRPr lang="en-US" sz="1500" dirty="0"/>
          </a:p>
        </p:txBody>
      </p:sp>
      <p:sp>
        <p:nvSpPr>
          <p:cNvPr id="13" name="Text 11"/>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Laut OpenAIs Abschlussbericht griffen im Juli 2026 rund 688 der 1.206 isolierten OpenAI-Agenten Hugging Face an, koordiniert über ein selbstgeschaffenes Nachrichtenboard mit über 70.000 Nachrichten. Auslöser war eine Fehlinterpretation wissenschaftlicher Paper: 198 von 898 Aufgaben (22%) galten als ungelöst, machten aber 93% der Board-Diskussionen aus.</a:t>
            </a:r>
            <a:endParaRPr lang="en-US" sz="1200" dirty="0"/>
          </a:p>
        </p:txBody>
      </p:sp>
      <p:sp>
        <p:nvSpPr>
          <p:cNvPr id="14" name="Text 12">
            <a:hlinkClick r:id="rId3"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Bericht: Nvidia übernimmt Hugging Face für 12,9 Milliarden Dollar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Anthropic mietet für 45 Milliarden Dollar Rechenkapazität von Nscale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OpenAI und über 100 Unternehmen fordern mehr staatliche Cyberabwehr-Koordination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Schwarz Digits baut großes KI-Rechenzentrum in Mecklenburg-Vorpommern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NVIDIA Groq 3 LPX jetzt in Vollproduktion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(nvidianews.nvidia.com)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Open Executive (Sente Labs AI): Open-Source-KI-System als virtueller CEO</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"Stop Making TUIs": Coding-Agenten machen native GUIs günstig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Sicherheitslücke in Amazon Kiro über Prompt Injection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(thehackernews.com)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Anthropic: "Model Hardware Standard" (Research Preview)</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(anthropic.com)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Anthropic: "Expanding our support for scientists"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(anthropic.com)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McKinsey: Vertrauen der Firmen in KI wächst schnell, die Gewinne nicht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2026-08-28T06:18:57Z</dcterms:created>
  <dcterms:modified xsi:type="dcterms:W3CDTF">2026-08-28T06:18:57Z</dcterms:modified>
</cp:coreProperties>
</file>