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heise.de/news/Der-Google-Assistant-auf-Mobilgeraeten-wird-im-September-endgueltig-abgeschaltet-11400405.html" TargetMode="External"/><Relationship Id="rId2" Type="http://schemas.openxmlformats.org/officeDocument/2006/relationships/hyperlink" Target="https://www.heise.de/news/Mistral-veroeffentlicht-Modell-mit-neuer-Technik-fuer-Sicherheitsklassifikationen-11400596.html" TargetMode="External"/><Relationship Id="rId3" Type="http://schemas.openxmlformats.org/officeDocument/2006/relationships/hyperlink" Target="https://openai.com/index/improving-gpt-5-6-sol-in-chatgpt/" TargetMode="External"/><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t3n.de/news/loop-engineering-ki-automatisierung-anleitung-1754302/" TargetMode="External"/><Relationship Id="rId2" Type="http://schemas.openxmlformats.org/officeDocument/2006/relationships/hyperlink" Target="https://www.aihero.dev/skills-wait-what" TargetMode="Externa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heise.de/news/KI-Modelle-entwerfen-lebensfaehige-Viren-Forscher-warnen-vor-Missbrauch-11402252.html"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heise.de/news/Donnerstag-Aus-fuer-Google-Assistant-Snapchat-Verbot-von-KI-Videos-11400415.html"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07. AUGUST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Der tägliche KI-Digest — Praxis-News, Tipps &amp; Tricks, Regulierung und Forschung im Überblick.</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3</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2</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565C68"/>
                </a:solidFill>
                <a:latin typeface="Calibri" pitchFamily="34" charset="0"/>
                <a:ea typeface="Calibri" pitchFamily="34" charset="-122"/>
                <a:cs typeface="Calibri" pitchFamily="34" charset="-120"/>
              </a:rPr>
              <a:t>—</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07. AUGUST 2026</a:t>
            </a:r>
            <a:endParaRPr lang="en-US" sz="1100" dirty="0"/>
          </a:p>
        </p:txBody>
      </p:sp>
      <p:sp>
        <p:nvSpPr>
          <p:cNvPr id="3" name="Shape 1"/>
          <p:cNvSpPr/>
          <p:nvPr/>
        </p:nvSpPr>
        <p:spPr>
          <a:xfrm>
            <a:off x="640080" y="822960"/>
            <a:ext cx="10911535" cy="777240"/>
          </a:xfrm>
          <a:prstGeom prst="roundRect">
            <a:avLst>
              <a:gd name="adj" fmla="val 7059"/>
            </a:avLst>
          </a:prstGeom>
          <a:solidFill>
            <a:srgbClr val="FFF2DF"/>
          </a:solidFill>
          <a:ln w="12700">
            <a:solidFill>
              <a:srgbClr val="D97706"/>
            </a:solidFill>
            <a:prstDash val="solid"/>
          </a:ln>
        </p:spPr>
      </p:sp>
      <p:sp>
        <p:nvSpPr>
          <p:cNvPr id="4" name="Text 2"/>
          <p:cNvSpPr/>
          <p:nvPr/>
        </p:nvSpPr>
        <p:spPr>
          <a:xfrm>
            <a:off x="914400" y="896112"/>
            <a:ext cx="10362895" cy="640080"/>
          </a:xfrm>
          <a:prstGeom prst="rect">
            <a:avLst/>
          </a:prstGeom>
          <a:noFill/>
          <a:ln/>
        </p:spPr>
        <p:txBody>
          <a:bodyPr wrap="square" rtlCol="0" anchor="ctr"/>
          <a:lstStyle/>
          <a:p>
            <a:pPr indent="0" marL="0">
              <a:buNone/>
            </a:pPr>
            <a:r>
              <a:rPr lang="en-US" sz="1400" b="1" dirty="0">
                <a:solidFill>
                  <a:srgbClr val="8A4B02"/>
                </a:solidFill>
                <a:latin typeface="Calibri" pitchFamily="34" charset="0"/>
                <a:ea typeface="Calibri" pitchFamily="34" charset="-122"/>
                <a:cs typeface="Calibri" pitchFamily="34" charset="-120"/>
              </a:rPr>
              <a:t>⚠ WebFetch war heute für praktisch alle geprüften Quellen (u. a. heise.de, the-decoder.de, t3n.de, aihero.dev) durchgehend blockiert; zusätzlich wurde in drei der vier Recherchen das WebSearch-Kontingent der Session vorzeitig aufgebraucht. Alle verwendeten Fakten wurden dennoch über mehrere unabhängige Suchtreffer kreuzverifiziert. Betroffen: In "Regulierung/Politik" konnte ein möglicher Kandidat (EU-Prüfung zu OpenAI/Anthropic) mangels Zeit nicht verifiziert werden und wurde ausgelassen; "Tipps &amp; Tricks" liefert daher heute nur 2 statt bis zu 6 Punkte.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07. AUGUST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528572"/>
            <a:ext cx="310896" cy="310896"/>
          </a:xfrm>
          <a:prstGeom prst="ellipse">
            <a:avLst/>
          </a:prstGeom>
          <a:solidFill>
            <a:srgbClr val="F0A63D"/>
          </a:solidFill>
          <a:ln/>
        </p:spPr>
      </p:sp>
      <p:sp>
        <p:nvSpPr>
          <p:cNvPr id="5" name="Text 3"/>
          <p:cNvSpPr/>
          <p:nvPr/>
        </p:nvSpPr>
        <p:spPr>
          <a:xfrm>
            <a:off x="640080" y="15285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5011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Google Assistant wird zum 4. September 2026 abgeschaltet</a:t>
            </a:r>
            <a:endParaRPr lang="en-US" sz="1500" dirty="0"/>
          </a:p>
        </p:txBody>
      </p:sp>
      <p:sp>
        <p:nvSpPr>
          <p:cNvPr id="7" name="Text 5"/>
          <p:cNvSpPr/>
          <p:nvPr/>
        </p:nvSpPr>
        <p:spPr>
          <a:xfrm>
            <a:off x="1143000" y="18669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Google stellt den Google Assistant ab dem 4. September 2026 schrittweise auf Smartphones, Tablets, Wear-OS-Smartwatches, Gemini-kompatiblen Kopfhörern sowie in Fahrzeugen mit Android Auto ein. Die bisherige Wahlmöglichkeit zwischen Assistant und Gemini entfällt komplett — "Hey Google" aktiviert künftig ausschließlich Gemini. Ausgenommen bleiben vorerst Geräte unterhalb der Gemini-Mindestanforderungen sowie Regionen ohne Gemini-Verfügbarkeit; Google Home und Google TV sind nicht betroffen.</a:t>
            </a:r>
            <a:endParaRPr lang="en-US" sz="1150" dirty="0"/>
          </a:p>
        </p:txBody>
      </p:sp>
      <p:sp>
        <p:nvSpPr>
          <p:cNvPr id="8" name="Text 6">
            <a:hlinkClick r:id="rId1" tooltip=""/>
          </p:cNvPr>
          <p:cNvSpPr/>
          <p:nvPr/>
        </p:nvSpPr>
        <p:spPr>
          <a:xfrm>
            <a:off x="1143000" y="26624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9" name="Shape 7"/>
          <p:cNvSpPr/>
          <p:nvPr/>
        </p:nvSpPr>
        <p:spPr>
          <a:xfrm>
            <a:off x="640080" y="3204972"/>
            <a:ext cx="310896" cy="310896"/>
          </a:xfrm>
          <a:prstGeom prst="ellipse">
            <a:avLst/>
          </a:prstGeom>
          <a:solidFill>
            <a:srgbClr val="F0A63D"/>
          </a:solidFill>
          <a:ln/>
        </p:spPr>
      </p:sp>
      <p:sp>
        <p:nvSpPr>
          <p:cNvPr id="10" name="Text 8"/>
          <p:cNvSpPr/>
          <p:nvPr/>
        </p:nvSpPr>
        <p:spPr>
          <a:xfrm>
            <a:off x="640080" y="32049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31775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Mistral veröffentlicht Shieldstral: 3B-Sicherheitsmodell mit frei formulierbaren Regeln</a:t>
            </a:r>
            <a:endParaRPr lang="en-US" sz="1500" dirty="0"/>
          </a:p>
        </p:txBody>
      </p:sp>
      <p:sp>
        <p:nvSpPr>
          <p:cNvPr id="12" name="Text 10"/>
          <p:cNvSpPr/>
          <p:nvPr/>
        </p:nvSpPr>
        <p:spPr>
          <a:xfrm>
            <a:off x="1143000" y="35433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Mistral hat mit Shieldstral ein offenes 3B-Parameter-Modell veröffentlicht, das Prompts und KI-Antworten anhand frei formulierbarer Ja/Nein-Regeln statt fester Kategorien prüft — ohne Neutraining bei Regeländerungen. Basis: Ministral-3B-Base-2512 mit Pixtral-Vision-Encoder, 12 Sprachen, läuft auf einer 16-GB-Nvidia-GPU, soll Leistung von bis zu 7x größeren Guardrail-Modellen erreichen. Apache-2.0-Lizenz, verfügbar auf Hugging Face.</a:t>
            </a:r>
            <a:endParaRPr lang="en-US" sz="1150" dirty="0"/>
          </a:p>
        </p:txBody>
      </p:sp>
      <p:sp>
        <p:nvSpPr>
          <p:cNvPr id="13" name="Text 11">
            <a:hlinkClick r:id="rId2" tooltip=""/>
          </p:cNvPr>
          <p:cNvSpPr/>
          <p:nvPr/>
        </p:nvSpPr>
        <p:spPr>
          <a:xfrm>
            <a:off x="1143000" y="43388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4" name="Shape 12"/>
          <p:cNvSpPr/>
          <p:nvPr/>
        </p:nvSpPr>
        <p:spPr>
          <a:xfrm>
            <a:off x="640080" y="4881372"/>
            <a:ext cx="310896" cy="310896"/>
          </a:xfrm>
          <a:prstGeom prst="ellipse">
            <a:avLst/>
          </a:prstGeom>
          <a:solidFill>
            <a:srgbClr val="F0A63D"/>
          </a:solidFill>
          <a:ln/>
        </p:spPr>
      </p:sp>
      <p:sp>
        <p:nvSpPr>
          <p:cNvPr id="15" name="Text 13"/>
          <p:cNvSpPr/>
          <p:nvPr/>
        </p:nvSpPr>
        <p:spPr>
          <a:xfrm>
            <a:off x="640080" y="48813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48539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ChatGPT Free erhält unbegrenzte Text-Chats, Plus/Pro einen Reasoning-Regler</a:t>
            </a:r>
            <a:endParaRPr lang="en-US" sz="1500" dirty="0"/>
          </a:p>
        </p:txBody>
      </p:sp>
      <p:sp>
        <p:nvSpPr>
          <p:cNvPr id="17" name="Text 15"/>
          <p:cNvSpPr/>
          <p:nvPr/>
        </p:nvSpPr>
        <p:spPr>
          <a:xfrm>
            <a:off x="1143000" y="52197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OpenAI macht GPT-5.6 Luna zum Standardmodell für Free/Go-Nutzer und hebt das Text-Chat-Limit vollständig auf, plus "Think"-Button für mehr Rechenzeit. Plus/Pro erhält bei GPT-5.6 Sol einen Schieberegler für den Reasoning-Aufwand. Laut OpenAI sank die Quote fehlerhafter Antworten bei Rechts-/Medizin-/Finanzfragen um 62 % (Luna) bzw. 68 % (Sol) gegenüber GPT-5.5 Instant.</a:t>
            </a:r>
            <a:endParaRPr lang="en-US" sz="1150" dirty="0"/>
          </a:p>
        </p:txBody>
      </p:sp>
      <p:sp>
        <p:nvSpPr>
          <p:cNvPr id="18" name="Text 16">
            <a:hlinkClick r:id="rId3" tooltip=""/>
          </p:cNvPr>
          <p:cNvSpPr/>
          <p:nvPr/>
        </p:nvSpPr>
        <p:spPr>
          <a:xfrm>
            <a:off x="1143000" y="60152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openai.com</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07. AUGUST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TIPPS &amp; TRICKS</a:t>
            </a:r>
            <a:endParaRPr lang="en-US" sz="2000" dirty="0"/>
          </a:p>
        </p:txBody>
      </p:sp>
      <p:sp>
        <p:nvSpPr>
          <p:cNvPr id="4" name="Shape 2"/>
          <p:cNvSpPr/>
          <p:nvPr/>
        </p:nvSpPr>
        <p:spPr>
          <a:xfrm>
            <a:off x="640080" y="1947672"/>
            <a:ext cx="310896" cy="310896"/>
          </a:xfrm>
          <a:prstGeom prst="ellipse">
            <a:avLst/>
          </a:prstGeom>
          <a:solidFill>
            <a:srgbClr val="F0A63D"/>
          </a:solidFill>
          <a:ln/>
        </p:spPr>
      </p:sp>
      <p:sp>
        <p:nvSpPr>
          <p:cNvPr id="5" name="Text 3"/>
          <p:cNvSpPr/>
          <p:nvPr/>
        </p:nvSpPr>
        <p:spPr>
          <a:xfrm>
            <a:off x="640080" y="19476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9202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Loop Engineering: Von Prompt- über Context- zu Harness- und Loop Engineering</a:t>
            </a:r>
            <a:endParaRPr lang="en-US" sz="1500" dirty="0"/>
          </a:p>
        </p:txBody>
      </p:sp>
      <p:sp>
        <p:nvSpPr>
          <p:cNvPr id="7" name="Text 5"/>
          <p:cNvSpPr/>
          <p:nvPr/>
        </p:nvSpPr>
        <p:spPr>
          <a:xfrm>
            <a:off x="1143000" y="22860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Statt bei jedem Schritt neu zu prompten, baut man eine "Schleife": ein Regelwerk, das die KI mit Ziel, Feedback-Kriterien und Prüfschritten versorgt und bei Bedarf automatisch erneut anstößt. t3n ordnet dies als vierte Stufe ein (Prompt -&gt; Context -&gt; Harness -&gt; Loop Engineering). Boris Cherny (Claude Code): "Bei mir laufen Loops, die Claude prompten und herausfinden, was zu tun ist." Ereignis- und Zeitplan-Loops dominieren laut einer Orosz-Umfrage unter 210 Entwicklern (Juli 2026).</a:t>
            </a:r>
            <a:endParaRPr lang="en-US" sz="1150" dirty="0"/>
          </a:p>
        </p:txBody>
      </p:sp>
      <p:sp>
        <p:nvSpPr>
          <p:cNvPr id="8" name="Text 6">
            <a:hlinkClick r:id="rId1" tooltip=""/>
          </p:cNvPr>
          <p:cNvSpPr/>
          <p:nvPr/>
        </p:nvSpPr>
        <p:spPr>
          <a:xfrm>
            <a:off x="1143000" y="30815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t3n.de</a:t>
            </a:r>
            <a:endParaRPr lang="en-US" sz="1050" dirty="0"/>
          </a:p>
        </p:txBody>
      </p:sp>
      <p:sp>
        <p:nvSpPr>
          <p:cNvPr id="9" name="Shape 7"/>
          <p:cNvSpPr/>
          <p:nvPr/>
        </p:nvSpPr>
        <p:spPr>
          <a:xfrm>
            <a:off x="640080" y="4462272"/>
            <a:ext cx="310896" cy="310896"/>
          </a:xfrm>
          <a:prstGeom prst="ellipse">
            <a:avLst/>
          </a:prstGeom>
          <a:solidFill>
            <a:srgbClr val="F0A63D"/>
          </a:solidFill>
          <a:ln/>
        </p:spPr>
      </p:sp>
      <p:sp>
        <p:nvSpPr>
          <p:cNvPr id="10" name="Text 8"/>
          <p:cNvSpPr/>
          <p:nvPr/>
        </p:nvSpPr>
        <p:spPr>
          <a:xfrm>
            <a:off x="640080" y="44622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44348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"/wait-what": Die KI bitten, ihre letzte Antwort noch einmal einfach zu erklären</a:t>
            </a:r>
            <a:endParaRPr lang="en-US" sz="1500" dirty="0"/>
          </a:p>
        </p:txBody>
      </p:sp>
      <p:sp>
        <p:nvSpPr>
          <p:cNvPr id="12" name="Text 10"/>
          <p:cNvSpPr/>
          <p:nvPr/>
        </p:nvSpPr>
        <p:spPr>
          <a:xfrm>
            <a:off x="1143000" y="48006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Geht eine KI-Antwort am Punkt vorbei, bittet man nicht um eine neue Antwort, sondern darum, dieselbe Aussage noch einmal einfacher zu formulieren, mit fehlendem Kontext ergänzt. Repariert gezielt eine einzelne missverstandene Nachricht statt das ganze Gespräch neu aufzurollen. Als Skill "/wait-what" auf aihero.dev veröffentlicht (5.8.2026), laut Autor Matt Pocock bewusst nur drei Zeilen lang.</a:t>
            </a:r>
            <a:endParaRPr lang="en-US" sz="1150" dirty="0"/>
          </a:p>
        </p:txBody>
      </p:sp>
      <p:sp>
        <p:nvSpPr>
          <p:cNvPr id="13" name="Text 11">
            <a:hlinkClick r:id="rId2" tooltip=""/>
          </p:cNvPr>
          <p:cNvSpPr/>
          <p:nvPr/>
        </p:nvSpPr>
        <p:spPr>
          <a:xfrm>
            <a:off x="1143000" y="55961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aihero.dev</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07. AUGUST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
        <p:nvSpPr>
          <p:cNvPr id="6" name="Text 4"/>
          <p:cNvSpPr/>
          <p:nvPr/>
        </p:nvSpPr>
        <p:spPr>
          <a:xfrm>
            <a:off x="6370168"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KI entwirft erstmals lebensfähige Virus-Genome: 16 funktionsfähige Bakteriophagen gegen resistente E. coli</a:t>
            </a:r>
            <a:endParaRPr lang="en-US" sz="1500" dirty="0"/>
          </a:p>
        </p:txBody>
      </p:sp>
      <p:sp>
        <p:nvSpPr>
          <p:cNvPr id="7" name="Text 5"/>
          <p:cNvSpPr/>
          <p:nvPr/>
        </p:nvSpPr>
        <p:spPr>
          <a:xfrm>
            <a:off x="6370168"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Stanford/Arc Institute nutzten die Genom-Sprachmodelle Evo 1 und Evo 2 (trainiert auf ~2 Mio. Bakteriophagen-Genomen), um ausgehend von ΦX174 neue Virus-Genome zu entwerfen. Von 302 im Labor getesteten Kandidaten waren 16 lebensfähig und infektiös gegenüber E. coli; Evo-Φ69 wuchs bis zu 65x schneller als das natürliche Vorbild, Phagen-Cocktails überwanden 3 resistente E.-coli-Stämme. Studie in Science, begleitender Kommentar warnt vor Missbrauchsrisiken mangels Biosicherheits-Regularien.</a:t>
            </a:r>
            <a:endParaRPr lang="en-US" sz="1200" dirty="0"/>
          </a:p>
        </p:txBody>
      </p:sp>
      <p:sp>
        <p:nvSpPr>
          <p:cNvPr id="8" name="Text 6">
            <a:hlinkClick r:id="rId1" tooltip=""/>
          </p:cNvPr>
          <p:cNvSpPr/>
          <p:nvPr/>
        </p:nvSpPr>
        <p:spPr>
          <a:xfrm>
            <a:off x="6370168"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07. AUGUST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Snapchat verbannt rein KI-generierte Videos aus Spotlight</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2026-08-07T06:18:42Z</dcterms:created>
  <dcterms:modified xsi:type="dcterms:W3CDTF">2026-08-07T06:18:42Z</dcterms:modified>
</cp:coreProperties>
</file>