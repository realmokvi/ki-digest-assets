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the-decoder.de/claude-kann-jetzt-live-dashboards-aus-datenbanken-bauen-und-animierte-erklaevideos-erstellen/" TargetMode="External"/><Relationship Id="rId2" Type="http://schemas.openxmlformats.org/officeDocument/2006/relationships/hyperlink" Target="https://the-decoder.de/sicherheitsluecke-in-amazons-agentcore-ein-prompt-reichte-um-ganze-ki-flotten-zu-uebernehmen/" TargetMode="External"/><Relationship Id="rId3" Type="http://schemas.openxmlformats.org/officeDocument/2006/relationships/hyperlink" Target="https://www.heise.de/news/Adieu-Mistral-Ecosia-wechselt-zu-chinesischen-Open-Source-KI-Modellen-11481323.html" TargetMode="External"/><Relationship Id="rId4" Type="http://schemas.openxmlformats.org/officeDocument/2006/relationships/hyperlink" Target="https://www.heise.de/news/Prompt-rein-Spiel-an-Google-startet-KI-Spielebaukasten-Playground-11480456.html" TargetMode="Externa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basicthinking.de/blog/2026/09/28/tricks-bessere-ki-antworten/" TargetMode="External"/><Relationship Id="rId2" Type="http://schemas.openxmlformats.org/officeDocument/2006/relationships/hyperlink" Target="https://news.ycombinator.com/item?id=49987478"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heise.de/news/KI-generierte-Mathematikloesungen-Scharfe-Kritik-am-Vorgehen-von-OpenAI-11480767.html" TargetMode="External"/><Relationship Id="rId2" Type="http://schemas.openxmlformats.org/officeDocument/2006/relationships/hyperlink" Target="https://t3n.de/news/ki-kipppunkt-berechnen-formel-lokale-modelle-1767244/" TargetMode="Externa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heise.de/news/KI-Features-fuer-Webex-Telefonie-Persoenliche-Assistenz-und-Echtzeituebersetzung-11480604.html" TargetMode="External"/><Relationship Id="rId2" Type="http://schemas.openxmlformats.org/officeDocument/2006/relationships/hyperlink" Target="https://t3n.de/news/neue-windows-notebooks-nvidias-rtx-spark-macht-sie-fit-fuer-ki-und-sehr-teuer-1767024/" TargetMode="External"/><Relationship Id="rId3" Type="http://schemas.openxmlformats.org/officeDocument/2006/relationships/hyperlink" Target="https://the-decoder.de/chatbot-schutz-wer-claude-wiederholt-beleidigt-koennte-rausfliegen/" TargetMode="External"/><Relationship Id="rId4" Type="http://schemas.openxmlformats.org/officeDocument/2006/relationships/hyperlink" Target="https://the-decoder.de/ethereum-forscher-warnen-ki-koennte-krypto-signaturverfahren-knacken/" TargetMode="External"/><Relationship Id="rId5" Type="http://schemas.openxmlformats.org/officeDocument/2006/relationships/hyperlink" Target="https://t3n.de/news/entdeckung-routine-anthropic-ki-labor-1765931/" TargetMode="External"/><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09. OKTOBER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KI-Digest für Praxis, Politik und Forschung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09.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Claude Dashboards und Claude Motion (Beta) – Docs/Slides/Design verlassen Beta</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Anthropic hat zwei neue Beta-Funktionen vorgestellt: Claude Dashboards verbindet sich mit Datenquellen wie BigQuery, Databricks, Snowflake und Salesforce und erzeugt aus Texteingaben automatisch aktualisierende Live-Dashboards. Claude Motion erstellt aus Text, Diagrammen und Bildern animierte, als Code editierbare Erklärvideos mit MP4-Export. Gleichzeitig verlassen Claude Docs, Slides und Design die Beta-Phase und stehen jetzt auf allen Plänen inklusive der kostenlosen Version zur Verfügung – laut Anthropic wurden damit bereits über 45 Millionen Dokumente erstellt.</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Sicherheitslücke "AgentCorruption" in AWS Bedrock AgentCore</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Zenity Labs hat in Amazons Bedrock AgentCore eine Fehlerkette entdeckt, mit der sich über einen einzigen öffentlich erreichbaren Agenten und einen präparierten Prompt alle AgentCore-Agenten im selben AWS-Konto und derselben Region übernehmen ließen. Ursachen waren fehlende Isolation vom Instance-Metadata-Service, zu breite Standard-Ausführungsrechte und Memory-Poisoning. AWS hat seitdem IMDSv2 standardmäßig aktiviert und die Standardrechte eingeschränkt – laut Zenity aber nur teilweise.</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Ecosia wechselt von Mistral AI zu chinesischen Open-Source-Modellen</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Die Suchmaschine Ecosia hat sich von Mistral AI abgewandt und nutzt nun über die Plattform Melious gehostete Open-Weight-Modelle von Qwen, GLM und Kimi. CEO Christian Kroll begründet den Schritt mit technischem Rückstand von Mistral, wiederholten Serverausfällen und etwa halbierten Betriebskosten bei gleichzeitig besserer Qualität.</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Google startet KI-Spielebaukasten "Playground"</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Google hat mit Playground eine experimentelle Plattform gestartet, mit der sich 2D- und 3D-Spiele per Texteingabe im Chat ohne Programmierkenntnisse erstellen lassen. Technisch kombiniert Google dafür Gemini, Nano Banana und Lyria mit einem eigenen Software-Framework. Playground ist vorerst nur in den USA ab 18 Jahren verfügbar, ein Termin für Deutschland steht nicht fest.</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09.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1947672"/>
            <a:ext cx="310896" cy="310896"/>
          </a:xfrm>
          <a:prstGeom prst="ellipse">
            <a:avLst/>
          </a:prstGeom>
          <a:solidFill>
            <a:srgbClr val="F0A63D"/>
          </a:solidFill>
          <a:ln/>
        </p:spPr>
      </p:sp>
      <p:sp>
        <p:nvSpPr>
          <p:cNvPr id="5" name="Text 3"/>
          <p:cNvSpPr/>
          <p:nvPr/>
        </p:nvSpPr>
        <p:spPr>
          <a:xfrm>
            <a:off x="640080" y="19476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9202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Zehn Praxistricks für bessere KI-Antworten</a:t>
            </a:r>
            <a:endParaRPr lang="en-US" sz="1500" dirty="0"/>
          </a:p>
        </p:txBody>
      </p:sp>
      <p:sp>
        <p:nvSpPr>
          <p:cNvPr id="7" name="Text 5"/>
          <p:cNvSpPr/>
          <p:nvPr/>
        </p:nvSpPr>
        <p:spPr>
          <a:xfrm>
            <a:off x="1143000" y="22860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BASIC thinking fasst zehn Praxistricks für den Umgang mit Sprachmodellen zusammen. Zentraler Tipp: Da Modelle kein echtes Zeitgefühl haben, sollte man das aktuelle Datum im Prompt nennen und Recherchen zeitlich eingrenzen. Weitere Tricks: aktiv um Rückfragen bitten, bei festgefahrenen Chats einen neuen Chat starten, und möglichst klar statt möglichst knapp formulieren.</a:t>
            </a:r>
            <a:endParaRPr lang="en-US" sz="1150" dirty="0"/>
          </a:p>
        </p:txBody>
      </p:sp>
      <p:sp>
        <p:nvSpPr>
          <p:cNvPr id="8" name="Text 6">
            <a:hlinkClick r:id="rId1" tooltip=""/>
          </p:cNvPr>
          <p:cNvSpPr/>
          <p:nvPr/>
        </p:nvSpPr>
        <p:spPr>
          <a:xfrm>
            <a:off x="1143000" y="30815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basicthinking.de</a:t>
            </a:r>
            <a:endParaRPr lang="en-US" sz="1050" dirty="0"/>
          </a:p>
        </p:txBody>
      </p:sp>
      <p:sp>
        <p:nvSpPr>
          <p:cNvPr id="9" name="Shape 7"/>
          <p:cNvSpPr/>
          <p:nvPr/>
        </p:nvSpPr>
        <p:spPr>
          <a:xfrm>
            <a:off x="640080" y="4462272"/>
            <a:ext cx="310896" cy="310896"/>
          </a:xfrm>
          <a:prstGeom prst="ellipse">
            <a:avLst/>
          </a:prstGeom>
          <a:solidFill>
            <a:srgbClr val="F0A63D"/>
          </a:solidFill>
          <a:ln/>
        </p:spPr>
      </p:sp>
      <p:sp>
        <p:nvSpPr>
          <p:cNvPr id="10" name="Text 8"/>
          <p:cNvSpPr/>
          <p:nvPr/>
        </p:nvSpPr>
        <p:spPr>
          <a:xfrm>
            <a:off x="640080" y="44622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44348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Dritter KI-Arbeitsstil "Fisherman" neben Centaur und Cyborg</a:t>
            </a:r>
            <a:endParaRPr lang="en-US" sz="1500" dirty="0"/>
          </a:p>
        </p:txBody>
      </p:sp>
      <p:sp>
        <p:nvSpPr>
          <p:cNvPr id="12" name="Text 10"/>
          <p:cNvSpPr/>
          <p:nvPr/>
        </p:nvSpPr>
        <p:spPr>
          <a:xfrm>
            <a:off x="1143000" y="48006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Ein Hacker-News-Beitrag beschreibt neben den bekannten Arbeitsstilen "Centaur" und "Cyborg" einen dritten: "Fisherman". Am Projektanfang wirft man ein breites Netz aus langen, kontextreichen Prompts aus, um viele Ideen einzusammeln, und wechselt erst bei eng abgegrenzten Teilaufgaben zu präzisen Anweisungen. Quelle ist ein einzelner, kaum diskutierter Forenbeitrag.</a:t>
            </a:r>
            <a:endParaRPr lang="en-US" sz="1150" dirty="0"/>
          </a:p>
        </p:txBody>
      </p:sp>
      <p:sp>
        <p:nvSpPr>
          <p:cNvPr id="13" name="Text 11">
            <a:hlinkClick r:id="rId2" tooltip=""/>
          </p:cNvPr>
          <p:cNvSpPr/>
          <p:nvPr/>
        </p:nvSpPr>
        <p:spPr>
          <a:xfrm>
            <a:off x="1143000" y="55961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news.ycombinator.com</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09. OKTOBER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6" name="Text 4"/>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Mathematik-Community boykottiert OpenAIs massenhafte KI-Beweise, Fields-Medaillisten warnen</a:t>
            </a:r>
            <a:endParaRPr lang="en-US" sz="1500" dirty="0"/>
          </a:p>
        </p:txBody>
      </p:sp>
      <p:sp>
        <p:nvSpPr>
          <p:cNvPr id="7" name="Text 5"/>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OpenAI hat auf GitHub 722 Manuskripte zu über 370 "Resultatfamilien" veröffentlicht, größtenteils von einem internen KI-Modell gelöst. Die neu gegründete "Association for Human Mathematics" (über 800 Mitglieder, u.a. Peter Scholze) wirft OpenAI die Missachtung wissenschaftlicher Normen vor und ruft zum Boykott auf. Terence Tao und 24 weitere Fields-Medaillisten warnen zusätzlich vor einer "Fehlausrichtung" zwischen KI-Industrie und Mathematik.</a:t>
            </a:r>
            <a:endParaRPr lang="en-US" sz="1200" dirty="0"/>
          </a:p>
        </p:txBody>
      </p:sp>
      <p:sp>
        <p:nvSpPr>
          <p:cNvPr id="8" name="Text 6">
            <a:hlinkClick r:id="rId1"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9" name="Text 7"/>
          <p:cNvSpPr/>
          <p:nvPr/>
        </p:nvSpPr>
        <p:spPr>
          <a:xfrm>
            <a:off x="6370168"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Physik-Formel soll vorhersagen, wann lokale KI-Modelle "kippen"</a:t>
            </a:r>
            <a:endParaRPr lang="en-US" sz="1500" dirty="0"/>
          </a:p>
        </p:txBody>
      </p:sp>
      <p:sp>
        <p:nvSpPr>
          <p:cNvPr id="10" name="Text 8"/>
          <p:cNvSpPr/>
          <p:nvPr/>
        </p:nvSpPr>
        <p:spPr>
          <a:xfrm>
            <a:off x="6370168"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Physiker der George Washington University haben in der Fachzeitschrift "Patterns" eine Formel vorgestellt, die vorhersagt, wann ein Sprachmodell von angemessenen zu schädlichen Antworten kippt. In Tests mit sieben offenen Modellen sagte die Formel in 18 von 19 Fällen korrekt voraus, ob und wann ein Modell kippt. Schwachstelle: Verneinungen werden schlecht erfasst.</a:t>
            </a:r>
            <a:endParaRPr lang="en-US" sz="1200" dirty="0"/>
          </a:p>
        </p:txBody>
      </p:sp>
      <p:sp>
        <p:nvSpPr>
          <p:cNvPr id="11" name="Text 9">
            <a:hlinkClick r:id="rId2" tooltip=""/>
          </p:cNvPr>
          <p:cNvSpPr/>
          <p:nvPr/>
        </p:nvSpPr>
        <p:spPr>
          <a:xfrm>
            <a:off x="6370168"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09. OKTOBER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Cisco stellt KI-Features für Webex-Telefonie vor (WebexOne)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Erste Notebooks mit Nvidia RTX Spark vorbestellbar</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Anthropic verschärft Nutzungsrichtlinien gegen anhaltenden Missbrauch von Claude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Ethereum-Forscher warnen vor KI-Bedrohung für Krypto-Signaturverfahren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Wann ist eine KI-"Entdeckung" wirklich eine Entdeckung? (Anthropic-Biolabor)</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2026-10-09T06:25:57Z</dcterms:created>
  <dcterms:modified xsi:type="dcterms:W3CDTF">2026-10-09T06:25:57Z</dcterms:modified>
</cp:coreProperties>
</file>