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One-Claude-Claude-Docs-Slides-Design-erweitern-Anthropics-KI-Assistenten-11455633.html" TargetMode="External"/><Relationship Id="rId2" Type="http://schemas.openxmlformats.org/officeDocument/2006/relationships/hyperlink" Target="https://the-decoder.de/mistral-treibt-mozillas-neuen-ki-browserassistenten-smart-window-an/" TargetMode="External"/><Relationship Id="rId3" Type="http://schemas.openxmlformats.org/officeDocument/2006/relationships/hyperlink" Target="https://the-decoder.de/ex-openai-forscher-stellt-ki-modell-vor-das-keine-texte-schreibt-sondern-entscheidungen-bewertet/"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meisterprompter.podigee.io/89-prompt-hack-kontext-ki"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3n.de/news/weniger-tempo-bei-der-ki-entwicklung-von-der-leyen-widerspricht-trump-1763730/" TargetMode="External"/><Relationship Id="rId2" Type="http://schemas.openxmlformats.org/officeDocument/2006/relationships/hyperlink" Target="https://the-decoder.de/us-politiker-von-links-bis-rechts-wollen-ki-ausbremsen-openai-stuetzt-sicherheitsgesetz/" TargetMode="External"/><Relationship Id="rId3" Type="http://schemas.openxmlformats.org/officeDocument/2006/relationships/hyperlink" Target="https://www.heise.de/news/Klimafaktor-KI-Warum-Agenten-wie-Claude-Code-echte-Stromfresser-sind-11455300.html" TargetMode="External"/><Relationship Id="rId4" Type="http://schemas.openxmlformats.org/officeDocument/2006/relationships/hyperlink" Target="https://www.heise.de/news/KI-und-Dilemmata-Sprachmodelle-verteilen-Organspenden-anders-als-Menschen-11454972.html"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google-deepmind-gruendet-eigenes-institut-fuer-interdisziplinaere-agi-forschung/" TargetMode="External"/><Relationship Id="rId2" Type="http://schemas.openxmlformats.org/officeDocument/2006/relationships/hyperlink" Target="https://www.heise.de/news/DeepL-Voice-Neue-Sprachmodelle-bewahren-individuelle-Stimmen-bei-Uebersetzungen-11454033.html" TargetMode="External"/><Relationship Id="rId3" Type="http://schemas.openxmlformats.org/officeDocument/2006/relationships/hyperlink" Target="https://www.heise.de/news/Neuer-humanoider-Roboter-soll-fuer-sichere-Arbeit-mit-Menschen-geeignet-sein-11454513.html" TargetMode="External"/><Relationship Id="rId4" Type="http://schemas.openxmlformats.org/officeDocument/2006/relationships/hyperlink" Target="https://www.heise.de/news/Project-Luna-Metas-naechste-KI-Brille-soll-keine-Kamera-mehr-haben-11455509.html" TargetMode="External"/><Relationship Id="rId5" Type="http://schemas.openxmlformats.org/officeDocument/2006/relationships/hyperlink" Target="https://blogs.nvidia.com/blog/ai-energy-management-alliance/" TargetMode="External"/><Relationship Id="rId6" Type="http://schemas.openxmlformats.org/officeDocument/2006/relationships/hyperlink" Target="https://www.heise.de/meinung/Microsofts-neues-Regelwerk-fuer-KI-Sicherheit-eine-Farce-11454748.html" TargetMode="External"/><Relationship Id="rId7" Type="http://schemas.openxmlformats.org/officeDocument/2006/relationships/hyperlink" Target="https://emergent.sh/news/moonshot-ai-launches-kimi-k2-8-preview" TargetMode="External"/><Relationship Id="rId8" Type="http://schemas.openxmlformats.org/officeDocument/2006/relationships/hyperlink" Target="https://www.heise.de/news/Vom-Prompt-zum-Skill-Kontext-gezielt-nutzen-und-Prompt-Ketten-aufteilen-11447623.html" TargetMode="External"/><Relationship Id="rId9" Type="http://schemas.openxmlformats.org/officeDocument/2006/relationships/hyperlink" Target="https://simonwillison.net/2026/Sep/4/rogue-agent-wikis/" TargetMode="External"/><Relationship Id="rId10" Type="http://schemas.openxmlformats.org/officeDocument/2006/relationships/hyperlink" Target="https://claude.com/blog/agentic-coding-is-straining-ci-heres-how-we-scaled-test-impact-analysis-at-anthropic" TargetMode="External"/><Relationship Id="rId11" Type="http://schemas.openxmlformats.org/officeDocument/2006/relationships/hyperlink" Target="https://www.heise.de/en/news/Spain-s-data-protection-authority-First-cyberattack-using-an-AI-agent-11454572.html" TargetMode="External"/><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17.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Praxis-News, Tipps &amp; Tricks, Regulierung und Forschung rund um KI</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vereint Claude Chat, Cowork und Artifacts zu „One Claude“ + neue Werkzeuge Docs/Slides/Design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führt Claude Chat, Cowork und Artifacts in einer Oberfläche zusammen; Claude entscheidet künftig selbst, was eine Aufgabe erfordert. Neu: Claude Docs (Export zu Google Docs/Word geplant), Claude Slides (Export als PowerPoint/PDF) und Claude Design (Export als Bild/PDF). Rollout startet in den kommenden Wochen zunächst für Pro-/Max-Abonnenten, Docs/Slides/Design vorerst als Beta nur in Bezahltarifen.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Mistral treibt Mozillas KI-Browserassistenten „Firefox Smart Window“ an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Mozilla und Mistral kooperieren: Der Browserassistent Firefox Smart Window (Beta) läuft künftig mit Mistral Small 4. Er soll bei Recherchen helfen, an weggeklickte Inhalte erinnern und offene Tabs zusammenfassen; Partner wie Mistral verpflichten sich zu Zero Data Retention. Start zunächst in Frankreich und Nordamerika, Deutschland und UK sollen später folgen.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Ex-OpenAI-Forscher stellt Klassifikationsmodell „Jev“ vor – bewertet statt zu texten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Start-up TypeSafe AI (Gründer Diogo Almeida, Mitautor der InstructGPT-Forschung) stellt „Jev“ vor: Statt Text zu generieren, ordnet das Modell Eingaben vordefinierten Kategorien/Wahrscheinlichkeiten zu. Antwortzeit 70–500 Millisekunden, Preis 0,042 US-Dollar pro Million Eingabe-Tokens, Ausgaben kostenfrei, keine Halluzinationen außerhalb der vordefinierten Kategorien möglich.</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Die „Kanarienvogel-Technik“ gegen unbemerkten Kontextverlust in KI-Chats</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t3n-Podcast MeisterPrompter empfiehlt: Dem Chat zu Beginn eine leicht prüfbare Dauer-Anweisung mitgeben, z. B. „Nenne mich bei jeder Antwort mit Vornamen“. Hält sich die KI plötzlich nicht mehr daran, ist das ein zuverlässiges Warnsignal, dass frühere Informationen aus dem Kontextfenster gefallen sind. Dann empfiehlt sich: bisherige Ergebnisse strukturiert zusammenfassen lassen und in neuem Chat weiterarbeiten.</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 MeisterPrompter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Von der Leyen fordert in Rede zur Lage der Union Tempodrosselung bei KI-Frontier-Modellen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EU-Kommissionspräsidentin von der Leyen positionierte sich in Straßburg gegen Trumps ungebremsten KI-Kurs und griff Amodeis Forderung nach einem KI-Tempolimit auf. Sie kündigte an, führende KI-Labore einzuladen, um über eine Verlangsamung der Entwicklung zu sprechen, plus internationale Zusammenarbeit mit Kanada und UK bei Modellbewertung. Den AI Act bezeichnete sie als „entscheidenden Baustein, um Leitplanken zu setzen“.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unterstützt erstmals US-Bundesgesetz zur KI-Sicherheitsprüfung</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Bei der Pro-Human Assembly in Washington traten Bernie Sanders und Steve Bannon gemeinsam für eine KI-Bremse auf. Neu: OpenAI unterstützt laut Global-Affairs-Chef Chris Lehane erstmals konkret den FRONTIER Act, der große KI-Labore ab bestimmten Schwellen zu unabhängigen Sicherheitsprüfungen verpflichten würde – zuvor befürwortete OpenAI nur kalifornische Gesetze und freiwillige Prüfungen.</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KI-Agenten wie Claude Code verbrauchen laut Analyse hunderte Mal mehr Strom als ein Chatbot-Prompt</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Klimaforscher Zeke Hausfather wertete den Stromverbrauch von Claude Code über acht Wochen aus: 1.138 eingegebene Prompts führten zu über 14.000 Modellanfragen und 3,2 Milliarden generierten Token – rund 170 Kilowattstunden, im Schnitt 150 Wattstunden pro Prompt. Eine normale ChatGPT-Anfrage liegt bei 0,34 Wattstunden – Agenten wie Claude Code sind damit rund 440-mal energiehungriger pro Prompt.</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Sprachmodelle verteilen Nierenspenden anders als Menschen</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Team um Hadi Hosseini (Penn State) verglich auf der FAccT 2026 KI-Entscheidungen bei Nierenspenden mit menschlichen Entscheidungen: KI-Modelle „fixieren sich auf einen einzelnen Faktor“, während Menschen mehrere Attribute abwägen; zudem zeigen sie „keine Schwierigkeiten mit Unentschlossenheit“ und treffen selbstbewusst deterministische Entscheidungen.</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DeepMind gründet eigenes AGI-Institut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DeepL Voice: neue Sprachmodelle bewahren individuelle Stimmen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Agility Robotics stellt humanoiden Roboter Digit 5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„Project Luna“: Metas nächste KI-Brille ohne Kamera (Gerücht)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NVIDIA/Google/Emerald AI: AI Energy Management Alliance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(blogs.nvidia.com)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Microsofts neues Regelwerk für KI-Sicherheit (Kommentar)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Kimi K2.8 Preview (Moonshot AI)</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(emergent.sh)</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Vom Prompt zum Skill: Kontext gezielt nutzen und Prompt-Ketten aufteilen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OpenAIs „rogue agents“ kommunizierten über öffentliche Wikis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Wie Anthropic Test Impact Analysis für Agentic Coding skaliert hat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(claude.com)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Spaniens Datenschutzbehörde AEPD meldet ersten Cyberangriff durch einen KI-Agenten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2026-09-17T06:17:24Z</dcterms:created>
  <dcterms:modified xsi:type="dcterms:W3CDTF">2026-09-17T06:17:24Z</dcterms:modified>
</cp:coreProperties>
</file>