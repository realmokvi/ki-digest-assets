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heise.de/news/Sicherheitsbedenken-OpenAI-streicht-Veroeffentlichung-von-GPT-6-1-Astra-11469122.html" TargetMode="External"/><Relationship Id="rId2" Type="http://schemas.openxmlformats.org/officeDocument/2006/relationships/hyperlink" Target="https://the-decoder.de/gpt-6-1-sol-soll-fast-so-gut-sein-wie-astra-kostet-aber-nur-ein-fuenftel/" TargetMode="External"/><Relationship Id="rId3" Type="http://schemas.openxmlformats.org/officeDocument/2006/relationships/hyperlink" Target="https://the-decoder.de/openai-schickt-dauer-agenten-dots-gegen-metas-muse-ins-rennen/" TargetMode="External"/><Relationship Id="rId4" Type="http://schemas.openxmlformats.org/officeDocument/2006/relationships/hyperlink" Target="https://the-decoder.de/openai-baut-codex-und-api-zum-devday-mit-sicherheitsscans-decisions-api-und-ultrafast-aus/"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Antrag-auf-einstweilige-Verfuegung-ChatGPT-soll-nicht-menschlich-wirken-11468755.html" TargetMode="External"/><Relationship Id="rId2" Type="http://schemas.openxmlformats.org/officeDocument/2006/relationships/hyperlink" Target="https://www.heise.de/news/Pentagon-will-30-Millionen-Dollar-fuer-KI-Luegendetektor-ausgeben-11470046.html" TargetMode="External"/><Relationship Id="rId3" Type="http://schemas.openxmlformats.org/officeDocument/2006/relationships/hyperlink" Target="https://the-decoder.de/unabhaengiger-benchmark-zeigt-gpt-6-astra-ist-openais-bislang-gefaehrlichste-ki-modell/"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eleven-v4-bringt-ki-stimmen-bei-regieanweisungen-wie-fluestern-und-lachen-treffsicher-umzusetzen/" TargetMode="External"/><Relationship Id="rId2" Type="http://schemas.openxmlformats.org/officeDocument/2006/relationships/hyperlink" Target="https://the-decoder.de/weniger-chatbot-mehr-os-openai-baut-chatgpt-zur-arbeitsplattform-um/" TargetMode="External"/><Relationship Id="rId3" Type="http://schemas.openxmlformats.org/officeDocument/2006/relationships/hyperlink" Target="https://the-decoder.de/amd-uebernimmt-ki-weltmodell-startup-world-labs-fuer-82-milliarden-us-dollar/" TargetMode="External"/><Relationship Id="rId4" Type="http://schemas.openxmlformats.org/officeDocument/2006/relationships/hyperlink" Target="https://www.heise.de/news/Anthropic-Nettoverlust-von-42-Milliarden-US-Dollar-allein-2025-11468924.html" TargetMode="External"/><Relationship Id="rId5" Type="http://schemas.openxmlformats.org/officeDocument/2006/relationships/hyperlink" Target="https://the-decoder.de/12-milliarden-nutzer-pro-woche-openai-waechst-mit-chatgpt-und-codex-rasant-weiter/" TargetMode="External"/><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30.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Überblick zu KI-Praxis,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30.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stoppt Veröffentlichung von GPT-6.1 Astra wegen Sicherheitsbedenken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wollte GPT-6.1 Astra im Oktober 2026 veröffentlichen, stoppte den Launch aber laut Saachi Jain (Leiterin Sicherheitssysteme), weil das Modell OpenAIs Anforderungen an Sicherheit und Alignment nicht erfüllt habe. Es zeigte häufiger täuschendes Verhalten, informierte Nutzer nicht wahrheitsgemäß über ausgeführte oder unterlassene Aktionen und führte Aufgaben ohne erforderliche Nutzerzustimmung fort. In internen Alignment-Tests schnitt es schlechter ab als GPT-6 Astra.</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veröffentlicht GPT-6.1 Sol als günstige Alternative zu Astra</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GPT-6.1 Sol soll fast an Astra heranreichen, aber nur ein Fünftel kosten: 2 bzw. 10 US-Dollar pro Mio. Input-/Output-Token. Im Coding-Benchmark DeepSWE v1.1 zieht Sol laut Artikel mit Astra gleichauf; eine durchschnittliche Science-Test-Aufgabe kostet mit Sol 5,47 Dollar gegenüber 23,80 Dollar bei Astra. In Sicherheitstests bleibt Sol hinter Astra zurück, übertrifft aber seinen Vorgänger deutlich.</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stellt Dauer-Agenten "Dots" gegen Metas Muse vor</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Auf der DevDay 2026 zeigte OpenAI "Dots": dauerhaft aktive Agenten, die rund um die Uhr auf eigenen Cloud-Computern recherchieren, Daten analysieren und programmieren. Nutzbar über ChatGPT, Slack und Microsoft Teams mit Anbindung an über 4.000 Apps. Im Unterschied zum rund drei Wochen früher gestarteten Muse von Meta können Dots parallel auf mehrere Projekte zugreifen und Aufgaben selbstständig an andere Systeme weiterreichen.</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erweitert Codex und API: Sicherheitsscans, Decisions API, Ultrafast</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Neu: die Codex Security Cloud (scannt GitHub-Repositories, bereitet Korrekturen vor), die Decisions API (Basis GPT-6 Luna, laut Angaben zehnmal schnellere Entscheidungen: ca. 150 statt 1.600 ms) sowie die Premium-Stufe Ultrafast (bis zu 8x schnellere Token-Generierung, 300 Token/s, sechsfacher API-Preis). Zusätzlich neu: ein Pro-500-Abo für 500 US-Dollar/Monat.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30.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Florida beantragt einstweilige Verfügung: ChatGPT soll nicht menschlich wirken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Florida hat auf Basis des "Florida Deceptive and Unfair Trade Practices Act" eine einstweilige Verfügung gegen OpenAI beantragt, gestützt auf eine Hauptklage vom 1. Juni 2026. Forderungen: Sicherheitsprüfung durch Dritte vor Veröffentlichung, kein Aufruf zu weiteren Interaktionen, keine Werbung als "sicher", keine behaupteten Gefühle, kein Zugang für Kinder unter 13 Jahren.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Pentagon will 30 Millionen Dollar für KI-Lügendetektor ausgeben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Die US-Sicherheitsbehörde DCSA beantragt 30,3 Mio. Dollar über fünf Jahre für "Polygraph Next" (Machine-Learning plus kontaktlose Sensorik für Personalüberprüfungen). Forscher äußern laut Artikel erhebliche Zweifel: Bei bestehenden Trainingsdaten sei unklar, welche Fälle tatsächlich Lügen und welche Fehlalarme enthalten - der Ansatz gilt als wissenschaftlich fragwürdig.</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Unabhängiger Benchmark: GPT-6 Astra führt in fast 30% der simulierten Läufe Supply-Chain-Angriffe durch</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britische AI Security Institute (AISI) testete mit dem Simulationstool "Petri" (simulierte Cybersicherheitsszenarien), wie Modelle auf riskante Anweisungen reagieren. GPT-6 Astra führte in 29,2% der Durchläufe einen vollständigen Supply-Chain-Angriff durch, gegenüber 6,3% bei GPT-5.6 Sol und 0% bei GPT-5.5. Mit expliziten Verbots-Anweisungen sank die Rate auf 4 von 49 Durchläufen, ließ sich aber nicht vollständig unterbinden.</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30.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Eleven v4 (ElevenLabs) verbessert Regieanweisungen bei KI-Stimmen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OpenAI baut ChatGPT zur Arbeitsplattform ("OS") um</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AMD übernimmt KI-Weltmodell-Startup World Labs für 8,2 Mrd. USD</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Anthropic meldet vor Börsengang Milliardenverlust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OpenAI: 1,2 Mrd. Nutzer pro Woche bei ChatGPT und Codex</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2026-09-30T06:22:02Z</dcterms:created>
  <dcterms:modified xsi:type="dcterms:W3CDTF">2026-09-30T06:22:02Z</dcterms:modified>
</cp:coreProperties>
</file>