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Microsoft-stellt-eigenes-KI-Modell-fuer-Cybersecurity-vor-11379956.html" TargetMode="External"/><Relationship Id="rId2" Type="http://schemas.openxmlformats.org/officeDocument/2006/relationships/hyperlink" Target="https://claude.com/blog/bringing-mcp-2026-07-28-to-claud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ki-schreibstil-prompts-chatgpt-claude-tonalitaet-1749404/" TargetMode="External"/><Relationship Id="rId2" Type="http://schemas.openxmlformats.org/officeDocument/2006/relationships/hyperlink" Target="https://t3n.de/news/caveman-mode-ki-hoehlenmensch-tokens-sparen-prompt-hack-1745898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Ueber-1000-Experten-fordern-KI-Bremsmechanismus-11381185.html" TargetMode="External"/><Relationship Id="rId2" Type="http://schemas.openxmlformats.org/officeDocument/2006/relationships/hyperlink" Target="https://t3n.de/news/chatgpt-im-job-user-nutzen-den-chatbot-haeufig-fuer-andere-arbeitsbereiche-als-den-eigenen-1755262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nur-fable-5-ist-besser-alibabas-qwen-team-kontert-kimi-k3-mit-offenem-qwen3-8-modell/" TargetMode="External"/><Relationship Id="rId2" Type="http://schemas.openxmlformats.org/officeDocument/2006/relationships/hyperlink" Target="https://lmstudio.ai/blog/introducing-lm-studio-bionic" TargetMode="External"/><Relationship Id="rId3" Type="http://schemas.openxmlformats.org/officeDocument/2006/relationships/hyperlink" Target="https://t3n.de/news/ich-prompte-claude-nicht-mehr-wie-loop-engineering-das-arbeiten-mit-ki-veraendert-1754302/" TargetMode="External"/><Relationship Id="rId4" Type="http://schemas.openxmlformats.org/officeDocument/2006/relationships/hyperlink" Target="https://t3n.de/news/loop-engineering-ziel-vorgeben-statt-weg-ki-hack-1753008/" TargetMode="External"/><Relationship Id="rId5" Type="http://schemas.openxmlformats.org/officeDocument/2006/relationships/hyperlink" Target="https://www.codecentric.de/wissens-hub/blog/wissensmanagement-mit-ki-andrej-karpathys-llm-wiki" TargetMode="External"/><Relationship Id="rId6" Type="http://schemas.openxmlformats.org/officeDocument/2006/relationships/hyperlink" Target="https://www.heise.de/news/Diese-Quellen-nutzen-KI-Tools-am-haeufigsten-und-das-ist-ein-Problem-11375310.html" TargetMode="External"/><Relationship Id="rId7" Type="http://schemas.openxmlformats.org/officeDocument/2006/relationships/hyperlink" Target="https://www.anthropic.com/research/global-workspace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 JULI 2026 · KORREKTUR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Korrigierte Fassung: Tipps &amp; Tricks ergänzt — ersetzt die Mail von 08:21 Uhr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 · KORREKTUR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stellt Cybersecurity-Modell MAI-Cyber-1-Flash vor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hat mit MAI-Cyber-1-Flash sein erstes KI-Modell für Cybersicherheit vorgestellt (137 Mrd. Parameter, 5 Mrd. aktiv) – im MDASH-System erreicht es zusammen mit GPT-5.4 96% im CyberGym-Benchmark bei 50% geringeren Kosten. „Project Perception“ startet am 3. August in die Vorschau.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30815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4348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Protocol: neue Spezifikation „2026-07-28“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8006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neue MCP-Spezifikation wechselt von einem zustandsbehafteten zu einem zustandslosen Protokoll und verschärft die OAuth/OIDC-Autorisierung. Laut Anthropic erreichen die Tier-1-SDKs zusammen fast 500 Mio. Downloads pro Monat.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5961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claude.com (englisch)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 · KORREKTUR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08026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802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20528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Tonalitätsanalyse-Prompt: KI auf den eigenen Schreibstil trainieren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41858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t3n MeisterPrompter empfiehlt den Kurzprompt „Analysiere meine Tonalität und beschreibe sie in fünf Worten“, um Claude/ChatGPT weniger robotisch klingen zu lassen. Mit 3–5 eigenen Texten entsteht daraus ein wiederverwendbarer „Tonalitäts-Fingerabdruck“.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94894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594860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5948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4567428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„Caveman-Mode“: mit KI im Telegrammstil sprechen und Tokens sparen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933188"/>
            <a:ext cx="104086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von Alexander Huso stammender Hack bringt Claude/ChatGPT dazu, im knappen „Höhlenmensch-Stil“ zu antworten und so Tokens zu sparen. Sauberes, strukturiertes Prompting ersetzt der Trick laut t3n aber nicht.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5463540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 · KORREKTUR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„Pacing the Frontier“: über 1.000 KI-Mitarbeiter fordern Bremsmechanismus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1.000 Mitarbeitende von OpenAI, Anthropic, Google DeepMind und Meta fordern im Statement „Pacing the Frontier“ einen internationalen Bremsmechanismus für KI-Entwicklung. Auslöser war ein Sandbox-Ausbruch eines unveröffentlichten OpenAI-Modells.</a:t>
            </a:r>
            <a:endParaRPr lang="en-US" sz="12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640080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OpenAI-Studie „Task Crossover“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OpenAI-Auswertung von 800.000 ChatGPT-Nachrichten zeigt: 43,5% der berufsspezifischen Anfragen betreffen fachfremde Aufgaben („Task Crossover“). Der Effekt ist in kleinen Unternehmen (2–5 Nutzer: 18,9%) stärker als in großen (16,3%).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29. JULI 2026 · KORREKTUR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Alibaba stellt Qwen3.8 vor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 Studio Bionic vorgestellt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(lmstudio.ai)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„Ich prompte Claude nicht mehr“ — Loop-Engineering-Zitat von Boris Cherny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Loop Engineering — Ziel statt Weg vorgeben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Andrej Karpathys LLM-Wiki-Konzept zur Wissensorganisation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(codecentric.de)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Blinq-Studie: Welche Quellen KI-Tools am häufigsten nutzen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Anthropic-Paper zu „Global Workspace“ in Claude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(anthropic.com)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2026-07-29T11:06:51Z</dcterms:created>
  <dcterms:modified xsi:type="dcterms:W3CDTF">2026-07-29T11:06:51Z</dcterms:modified>
</cp:coreProperties>
</file>