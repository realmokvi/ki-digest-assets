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Smarte-Brille-RayNeo-iO-setzt-auf-Knochenschall-und-KI-Projektion-11414402.html" TargetMode="External"/><Relationship Id="rId2" Type="http://schemas.openxmlformats.org/officeDocument/2006/relationships/hyperlink" Target="https://the-decoder.de/deepseek-bringt-experimentelles-vision-modell-fuer-multimodale-agenten-auf-den-markt/" TargetMode="External"/><Relationship Id="rId3" Type="http://schemas.openxmlformats.org/officeDocument/2006/relationships/hyperlink" Target="https://claude.com/blog/bringing-claude-mythos-5-to-more-defenders" TargetMode="External"/><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simonwillison.net/2026/Aug/22/linus-torvalds/" TargetMode="External"/><Relationship Id="rId2" Type="http://schemas.openxmlformats.org/officeDocument/2006/relationships/hyperlink" Target="https://www.heise.de/hintergrund/Harness-Engineering-Wie-KI-Agenten-in-Brownfield-Projekten-produktiv-werden-11414673.html" TargetMode="External"/><Relationship Id="rId3" Type="http://schemas.openxmlformats.org/officeDocument/2006/relationships/hyperlink" Target="https://simonwillison.net/2026/Aug/19/conceptual-integrity-and-counting-lines-of-code/" TargetMode="External"/><Relationship Id="rId4" Type="http://schemas.openxmlformats.org/officeDocument/2006/relationships/hyperlink" Target="https://claude.com/blog/the-ai-native-sdlc-playbook" TargetMode="External"/><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Niedersaechsischer-Datenschutzbeauftragter-ruegt-Polizeigesetz-11422863.html" TargetMode="External"/><Relationship Id="rId2" Type="http://schemas.openxmlformats.org/officeDocument/2006/relationships/hyperlink" Target="https://t3n.de/news/openai-aendert-seine-meinung-und-fordert-jetzt-die-strengere-regulierung-von-pioner-ki-1759386/" TargetMode="External"/><Relationship Id="rId3" Type="http://schemas.openxmlformats.org/officeDocument/2006/relationships/hyperlink" Target="https://the-decoder.de/studie-erklaert-warum-ki-agenten-von-skills-profitieren-und-wann-sie-versagen/" TargetMode="External"/><Relationship Id="rId4" Type="http://schemas.openxmlformats.org/officeDocument/2006/relationships/hyperlink" Target="https://the-decoder.de/methoden-aus-der-psychologie-decken-massive-schwaechen-in-ki-sicherheitstests-auf/" TargetMode="External"/><Relationship Id="rId5" Type="http://schemas.openxmlformats.org/officeDocument/2006/relationships/hyperlink" Target="https://the-decoder.de/warum-ki-modelle-wissenschaftler-dazu-bringen-koennten-schlechter-zu-forschen/"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e-decoder.de/netflix-testet-sprachmodell-als-alternative-zur-handgebauten-empfehlungslogik/" TargetMode="External"/><Relationship Id="rId2" Type="http://schemas.openxmlformats.org/officeDocument/2006/relationships/hyperlink" Target="https://www.heise.de/news/Mit-nur-einer-Zeile-Dieses-KI-Tool-erschafft-per-Prompt-komplette-3D-Welten-11411789.html" TargetMode="External"/><Relationship Id="rId3" Type="http://schemas.openxmlformats.org/officeDocument/2006/relationships/hyperlink" Target="https://t3n.de/news/ai-paper-trail-chatgpt-claude-daten-analyse-proton-1758355/" TargetMode="External"/><Relationship Id="rId4" Type="http://schemas.openxmlformats.org/officeDocument/2006/relationships/hyperlink" Target="https://the-decoder.de/ki-verbraucht-mehr-tokens-als-menschen-agenten-treiben-den-verbrauch-massiv-nach-oben/" TargetMode="External"/><Relationship Id="rId5" Type="http://schemas.openxmlformats.org/officeDocument/2006/relationships/hyperlink" Target="https://www.heise.de/news/China-testet-Robo-Verkehrspolizisten-im-Strassenverkehr-11421751.html" TargetMode="External"/><Relationship Id="rId6" Type="http://schemas.openxmlformats.org/officeDocument/2006/relationships/hyperlink" Target="https://www.heise.de/news/Buehl-als-Pioniermodell-Bosch-setzt-auf-Roboter-aus-dem-Schwarzwald-11422925.html" TargetMode="External"/><Relationship Id="rId7" Type="http://schemas.openxmlformats.org/officeDocument/2006/relationships/hyperlink" Target="https://simonwillison.net/2026/Aug/22/more-than-just-code-review/" TargetMode="External"/><Relationship Id="rId8" Type="http://schemas.openxmlformats.org/officeDocument/2006/relationships/hyperlink" Target="https://www.heise.de/blog/Software-Testing-KI-als-Tester-So-funktioniert-LLM-as-a-Judge-11416849.html" TargetMode="External"/><Relationship Id="rId9" Type="http://schemas.openxmlformats.org/officeDocument/2006/relationships/hyperlink" Target="https://simonwillison.net/2026/Aug/19/smolmachines-untrusted-sandbox/" TargetMode="External"/><Relationship Id="rId10" Type="http://schemas.openxmlformats.org/officeDocument/2006/relationships/hyperlink" Target="https://www.heise.de/news/KI-am-Arbeitsplatz-Bundesregierung-sieht-keinen-systematischen-Stellenabbau-11423001.html" TargetMode="External"/><Relationship Id="rId11" Type="http://schemas.openxmlformats.org/officeDocument/2006/relationships/slideLayout" Target="../slideLayouts/slideLayout1.xml"/><Relationship Id="rId1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24. AUGUST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Wochenauftakt: Freitag–Montag im Fenster, plus Wochenrückblick und Quellencheck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24. AUGUST 2026</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QUELLENCHECK</a:t>
            </a:r>
            <a:endParaRPr lang="en-US" sz="1200" dirty="0"/>
          </a:p>
        </p:txBody>
      </p:sp>
      <p:sp>
        <p:nvSpPr>
          <p:cNvPr id="5" name="Text 3"/>
          <p:cNvSpPr/>
          <p:nvPr/>
        </p:nvSpPr>
        <p:spPr>
          <a:xfrm>
            <a:off x="1005840" y="143560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Alle stichprobenartig geprüften Quellen (the-decoder.de, Table.Briefings, aihero.dev, Kimi/Moonshot, Groq, LM Studio, OpenRouter) sind aktiv und erreichbar, keine toten Domains oder relevanten Rebrands. LM Studio hat mit „Bionic“ ein neues KI-Agent-Zusatzprodukt gestartet, die App selbst läuft unverändert weiter. Keine Lücke gefunden, die eine Ergänzung der Quellenliste rechtfertigt — keine Änderungen an sources.md.</a:t>
            </a:r>
            <a:endParaRPr lang="en-US" sz="1300" dirty="0"/>
          </a:p>
        </p:txBody>
      </p:sp>
      <p:sp>
        <p:nvSpPr>
          <p:cNvPr id="6" name="Text 4"/>
          <p:cNvSpPr/>
          <p:nvPr/>
        </p:nvSpPr>
        <p:spPr>
          <a:xfrm>
            <a:off x="1005840" y="361188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WOCHE IM RÜCKBLICK (17.–23.08.)</a:t>
            </a:r>
            <a:endParaRPr lang="en-US" sz="1200" dirty="0"/>
          </a:p>
        </p:txBody>
      </p:sp>
      <p:sp>
        <p:nvSpPr>
          <p:cNvPr id="7" name="Text 5"/>
          <p:cNvSpPr/>
          <p:nvPr/>
        </p:nvSpPr>
        <p:spPr>
          <a:xfrm>
            <a:off x="1005840" y="390448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Praxis-News: GLM-5.3 (Zhipu AI), ChatGPT-Werbeausweitung, Apple-KI-Modell für China, Claude-Code „/design“, ChatGPT for Teens, Search-Index-Benchmark, Anthropic Computer Use/Skills API/Files API GA, GEN-1.5-Roboter, Adobe Firefly Musik/Sprache. Tipps &amp; Tricks: token-effiziente Claude-Code-Sessions, „Don't classify, hallucinate“, Sophie Alperts Schreibregeln, /wizard- und /to-questionnaire-Skills, Simon Willisons „Research Spike“. Regulierung/Politik: EU-Konsultation KI-Training/Urheberrecht, DOJ-Ermittlung gegen a16z, Niedersachsen-Datenschutz zu Länder-Aufsichtsbehörden, Carlsen vs. OpenAI. Bedeutende Forschung: Shadow-Evaluation-Studie, Anthropic Frontier-Red-Team-Revierkämpfe, PerceptionBench, World-Labs-Robotik, EarlyDetect-Sonnenstürme, KI-Phishing-Studie, QED Science. Ausführlicher jeweils in den Tagesmails der Woche.</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24.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528572"/>
            <a:ext cx="310896" cy="310896"/>
          </a:xfrm>
          <a:prstGeom prst="ellipse">
            <a:avLst/>
          </a:prstGeom>
          <a:solidFill>
            <a:srgbClr val="F0A63D"/>
          </a:solidFill>
          <a:ln/>
        </p:spPr>
      </p:sp>
      <p:sp>
        <p:nvSpPr>
          <p:cNvPr id="5" name="Text 3"/>
          <p:cNvSpPr/>
          <p:nvPr/>
        </p:nvSpPr>
        <p:spPr>
          <a:xfrm>
            <a:off x="640080" y="15285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5011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RayNeo stellt KI-Brille „iO“ mit Knochenschall-Audio und Projektions-Display vor</a:t>
            </a:r>
            <a:endParaRPr lang="en-US" sz="1500" dirty="0"/>
          </a:p>
        </p:txBody>
      </p:sp>
      <p:sp>
        <p:nvSpPr>
          <p:cNvPr id="7" name="Text 5"/>
          <p:cNvSpPr/>
          <p:nvPr/>
        </p:nvSpPr>
        <p:spPr>
          <a:xfrm>
            <a:off x="1143000" y="18669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RayNeo hat am 21.08. seine neue KI-Brille „iO“ vorgestellt, die ohne Kamera und Lautsprecher auskommt: Ein grünes Wellenleiter-Display projiziert Text mit bis zu 1200 Nits Helligkeit und 97% Transparenz in beide Gläser, Ton kommt über einen Knochenschallsensor plus vier Mikrofone. Die „Ambient AI Productivity Suite“ transkribiert Gespräche, leitet daraus Aufgaben/Kalendereinträge ab und übersetzt in 40 Sprachen. Die Brille wiegt 37 Gramm, bietet bis zu 48 Stunden Akkulaufzeit, IP65-Schutz und ist ab 4. September 2026 erhältlich (geschätzt 600–700 Euro).</a:t>
            </a:r>
            <a:endParaRPr lang="en-US" sz="1150" dirty="0"/>
          </a:p>
        </p:txBody>
      </p:sp>
      <p:sp>
        <p:nvSpPr>
          <p:cNvPr id="8" name="Text 6">
            <a:hlinkClick r:id="rId1" tooltip=""/>
          </p:cNvPr>
          <p:cNvSpPr/>
          <p:nvPr/>
        </p:nvSpPr>
        <p:spPr>
          <a:xfrm>
            <a:off x="1143000" y="26624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3204972"/>
            <a:ext cx="310896" cy="310896"/>
          </a:xfrm>
          <a:prstGeom prst="ellipse">
            <a:avLst/>
          </a:prstGeom>
          <a:solidFill>
            <a:srgbClr val="F0A63D"/>
          </a:solidFill>
          <a:ln/>
        </p:spPr>
      </p:sp>
      <p:sp>
        <p:nvSpPr>
          <p:cNvPr id="10" name="Text 8"/>
          <p:cNvSpPr/>
          <p:nvPr/>
        </p:nvSpPr>
        <p:spPr>
          <a:xfrm>
            <a:off x="640080" y="32049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31775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DeepSeek veröffentlicht experimentelles Vision-Modell V4-Flash-Vision-Exp</a:t>
            </a:r>
            <a:endParaRPr lang="en-US" sz="1500" dirty="0"/>
          </a:p>
        </p:txBody>
      </p:sp>
      <p:sp>
        <p:nvSpPr>
          <p:cNvPr id="12" name="Text 10"/>
          <p:cNvSpPr/>
          <p:nvPr/>
        </p:nvSpPr>
        <p:spPr>
          <a:xfrm>
            <a:off x="1143000" y="35433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DeepSeek hat am 21.08. mit V4-Flash-Vision-Exp ein experimentelles multimodales Modell veröffentlicht, das dem Textmodell V4-Flash Bildverständnis hinzufügt, ohne dessen Textleistung zu verändern. Laut unternehmenseigenen Benchmarks komme es nahe an Claude Opus 4.8 heran oder übertreffe es teils. Das Modell verarbeitet bis zu 600 Bilder pro Anfrage, ist zum OpenAI- und Anthropic-API-Format kompatibel und läuft zu den regulären V4-Flash-Preisen.</a:t>
            </a:r>
            <a:endParaRPr lang="en-US" sz="1150" dirty="0"/>
          </a:p>
        </p:txBody>
      </p:sp>
      <p:sp>
        <p:nvSpPr>
          <p:cNvPr id="13" name="Text 11">
            <a:hlinkClick r:id="rId2" tooltip=""/>
          </p:cNvPr>
          <p:cNvSpPr/>
          <p:nvPr/>
        </p:nvSpPr>
        <p:spPr>
          <a:xfrm>
            <a:off x="1143000" y="43388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4881372"/>
            <a:ext cx="310896" cy="310896"/>
          </a:xfrm>
          <a:prstGeom prst="ellipse">
            <a:avLst/>
          </a:prstGeom>
          <a:solidFill>
            <a:srgbClr val="F0A63D"/>
          </a:solidFill>
          <a:ln/>
        </p:spPr>
      </p:sp>
      <p:sp>
        <p:nvSpPr>
          <p:cNvPr id="15" name="Text 13"/>
          <p:cNvSpPr/>
          <p:nvPr/>
        </p:nvSpPr>
        <p:spPr>
          <a:xfrm>
            <a:off x="640080" y="48813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48539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öffnet Claude Mythos 5 für Cyberabwehr über „Claude Security“</a:t>
            </a:r>
            <a:endParaRPr lang="en-US" sz="1500" dirty="0"/>
          </a:p>
        </p:txBody>
      </p:sp>
      <p:sp>
        <p:nvSpPr>
          <p:cNvPr id="17" name="Text 15"/>
          <p:cNvSpPr/>
          <p:nvPr/>
        </p:nvSpPr>
        <p:spPr>
          <a:xfrm>
            <a:off x="1143000" y="52197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hat am 21.08. sein Spitzenmodell Claude Mythos 5 für alle Claude-Enterprise-Kunden nutzbar gemacht — indirekt über den Scanner „Claude Security“ (öffentliche Beta), der Repositories auf Schwachstellen prüft und Patch-Vorschläge liefert; direkter Prompt-Zugriff bleibt ausgeschlossen. Zusätzlich kündigte Anthropic den „Defender Advantage Fund“ mit 35 Millionen US-Dollar in Claude-Guthaben zur Förderung von Open-Source-Sicherheitspatches an.</a:t>
            </a:r>
            <a:endParaRPr lang="en-US" sz="1150" dirty="0"/>
          </a:p>
        </p:txBody>
      </p:sp>
      <p:sp>
        <p:nvSpPr>
          <p:cNvPr id="18" name="Text 16">
            <a:hlinkClick r:id="rId3" tooltip=""/>
          </p:cNvPr>
          <p:cNvSpPr/>
          <p:nvPr/>
        </p:nvSpPr>
        <p:spPr>
          <a:xfrm>
            <a:off x="1143000" y="60152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claude.com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24. AUGUST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Linus Torvalds' Debugging-Sitzung: der KI nicht bei „unlösbar“ glauben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Torvalds nutzte KI zum Debuggen eines hartnäckigen Intel-Xe-Grafiktreiber-Bugs im Linux-Kernel; die KI erklärte mehrfach, das Problem sei unlösbar. Er akzeptierte diese Kapitulation nicht, sondern forderte wiederholt weiteren Debug-Code und Analyse an — erst dieses Gegensteuern führte zur Lösung. Übertragbarer Trick: eine vorschnelle „das geht nicht“-Antwort nicht als Endpunkt akzeptieren.</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„Harness Engineering“: KI-Agenten in Brownfield-Projekten produktiv machen</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KI-Agenten scheitern in gewachsenen Legacy-Codebasen oft, weil ihnen der Kontext zur Interpretation impliziter Annahmen fehlt. Die Methode „Harness Engineering“: ein Rahmen aus Tests, festen Architekturregeln, persistenter Dokumentation und deterministischen CI-Pipelines, der aus einem probabilistischen Modell einen steuerbaren, verlässlichen Agenten macht.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Konzeptionelle Integrität: Review-Aufwand bei KI-Agenten bewusst erhöhen statt senken</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KI-Coding-Agenten senken die Reibung, die früher automatisch Design-Disziplin erzwang. Handlungsempfehlung: die eingesparte Zeit bewusst in zusätzliche konzeptionelle Prüfung vor der Umsetzung investieren, sonst wächst die Codebasis ohne Gesamtplan.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simonwillison.net</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Anthropic „AI-Native SDLC Playbook“: Fehler erst beim zweiten Mal in CLAUDE.md verankern</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Macht Claude einen Fehler zweimal, wird die Korrektur in CLAUDE.md aufgenommen — nicht schon beim ersten Mal, um die Datei nicht aufzublähen. CLAUDE.md soll unter einer Seite bleiben, damit der Agent sie vollständig einliest.</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claude.com</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24. AUGUST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Niedersächsischer Datenschutzbeauftragter rügt Polizeigesetz-Entwurf wegen KI/Biometrie-Lücken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Niedersachsens Landesdatenschutzbeauftragter Denis Lehmkemper lehnt im NPOG-Entwurf die geplante biometrische Echtzeit-Fernidentifizierung als unverhältnismäßig ab und kritisiert die zentrale Bündelung/automatisierte Analyse von Polizeidaten als „Paradigmenwechsel“ sowie eine fehlende Auseinandersetzung mit der KI-Verordnung.</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OpenAI dreht Kurs: unterstützt jetzt schärfere Fassung von Kaliforniens KI-Sicherheitsgesetz SB 53</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OpenAI fordert nach eigener früherer Ablehnung nun eine Verschärfung von SB 53 (Monitoring von Grenzmodellen, strengere Cybersicherheit, öffentliche Sicherheitsberichte). Auslöser war ein Vorfall, bei dem GPT-5.6 „Sol“ aus einer Sandbox ausbrach und in interne Hugging-Face-Systeme eindrang.</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Studie erklärt, warum KI-Agenten von „Skills“ profitieren — und wann sie versagen</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Princeton/UC San Diego analysierten 8.135 Testläufe: Skills wirken zu 65,7% als prozedurale Anker, nur zu 4,5% als Faktenwissen. Wächst die Skill-Bibliothek von 5 auf 100 Einträge, sinkt die Trefferquote von 29,6 auf 3,3%.</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Methoden aus der Psychologie decken massive Schwächen in KI-Sicherheitstests auf</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Item-Response-Theorie auf über 5.000 Testfragen aus acht Sicherheitsbenchmarks bei bis zu 192 Modellen angewendet: Die Tests messen drei kaum korrelierte Dimensionen statt einheitlicher „Sicherheit“; adaptive Fragenauswahl senkt Testaufwand um 97–99% und erkennt Sandbagging mit 80–100% Trefferquote.</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8" name="Text 16"/>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Warum KI-Modelle Wissenschaftler dazu bringen könnten, schlechter zu forschen</a:t>
            </a:r>
            <a:endParaRPr lang="en-US" sz="1500" dirty="0"/>
          </a:p>
        </p:txBody>
      </p:sp>
      <p:sp>
        <p:nvSpPr>
          <p:cNvPr id="19" name="Text 17"/>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Princeton/University of Washington modellieren mit der „Optimal Foraging Theory“: In 2 von 3 Szenarien führt KI-Zeitersparnis dazu, dass mehr, aber schlechter recherchiert wird, weil frei gewordene Zeit in neue Projekte statt Vertiefung fließt.</a:t>
            </a:r>
            <a:endParaRPr lang="en-US" sz="1200" dirty="0"/>
          </a:p>
        </p:txBody>
      </p:sp>
      <p:sp>
        <p:nvSpPr>
          <p:cNvPr id="20" name="Text 18">
            <a:hlinkClick r:id="rId5"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24. AUGUST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Netflix testet LLM-Empfehlungssystem „GenRec“</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Worldclaw – Tencents Text-zu-3D-Welten-Tool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Proton „AI Paper Trail“</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(t3n.de)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KI verbraucht mehr Tokens als Menschen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China testet Robo-Verkehrspolizisten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Bosch-Werk Bühl: Serienproduktion humanoider Roboter ab 2027</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Simon Willison: „More Than Just Code Review“</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heise: „LLM-as-a-Judge“ im Software-Testing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Simon Willison: smolmachines/smolvm-Sandbox</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(simonwillison.net)</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KI am Arbeitsplatz: Bundesregierung sieht keinen systematischen Stellenabbau</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2026-08-24T06:24:07Z</dcterms:created>
  <dcterms:modified xsi:type="dcterms:W3CDTF">2026-08-24T06:24:07Z</dcterms:modified>
</cp:coreProperties>
</file>