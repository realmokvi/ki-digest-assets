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the-decoder.de/gpt-live-1-openais-full-duplex-sprachmodell-ist-jetzt-fuer-entwickler-verfuegbar/" TargetMode="External"/><Relationship Id="rId2" Type="http://schemas.openxmlformats.org/officeDocument/2006/relationships/hyperlink" Target="https://www.heise.de/news/KI-Google-bringt-Gemini-als-eigene-Desktop-App-fuer-Windows-Systeme-11449740.html" TargetMode="External"/><Relationship Id="rId3" Type="http://schemas.openxmlformats.org/officeDocument/2006/relationships/hyperlink" Target="https://www.heise.de/news/Suno-v6-Neue-KI-Modelle-und-Funktionen-nach-Einigung-mit-Musiklabels-11449265.html" TargetMode="External"/><Relationship Id="rId4" Type="http://schemas.openxmlformats.org/officeDocument/2006/relationships/hyperlink" Target="https://the-decoder.de/neues-deepseek-modell-v4-1-flash-senkt-speicherbedarf-fuer-ki-agenten/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the-decoder.de/anthropic-muss-1-5-milliarden-dollar-wegen-urheberrechtsverletzung-zahlen-doch-bei-der-auszahlung-herrscht-chaos/" TargetMode="External"/><Relationship Id="rId2" Type="http://schemas.openxmlformats.org/officeDocument/2006/relationships/hyperlink" Target="https://www.heise.de/news/Anthropic-hat-angeblich-untersagte-KI-Forschung-an-Biowaffen-unterbunden-11449768.html" TargetMode="External"/><Relationship Id="rId3" Type="http://schemas.openxmlformats.org/officeDocument/2006/relationships/hyperlink" Target="https://the-decoder.de/swarmchasers-jagen-abtruennige-agenten-anthropic-untersucht-sich-selbst-und-die-spur-der-beide-folgen-wird-unlesbar/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the-decoder.de/analyse-zeigt-claude-fable-5-1-schreibt-weniger-schmeichelhaft-und-verzichtet-auf-typische-ki-floskeln/" TargetMode="External"/><Relationship Id="rId2" Type="http://schemas.openxmlformats.org/officeDocument/2006/relationships/hyperlink" Target="https://simonwillison.net/2026/Sep/8/introducing-chatgpt-images-25/" TargetMode="External"/><Relationship Id="rId3" Type="http://schemas.openxmlformats.org/officeDocument/2006/relationships/hyperlink" Target="https://simonwillison.net/2026/Sep/4/rogue-agent-wikis/" TargetMode="External"/><Relationship Id="rId4" Type="http://schemas.openxmlformats.org/officeDocument/2006/relationships/hyperlink" Target="https://simonwillison.net/2026/Sep/6/research-acceleration-the-view-inside-openai/" TargetMode="External"/><Relationship Id="rId5" Type="http://schemas.openxmlformats.org/officeDocument/2006/relationships/hyperlink" Target="https://simonwillison.net/2026/Sep/8/on-navier-stokes/" TargetMode="External"/><Relationship Id="rId6" Type="http://schemas.openxmlformats.org/officeDocument/2006/relationships/hyperlink" Target="https://www.heise.de/hintergrund/IT-Schwachstellensuche-mit-KI-Chancen-Grenzen-und-Risiken-11419177.html" TargetMode="External"/><Relationship Id="rId7" Type="http://schemas.openxmlformats.org/officeDocument/2006/relationships/hyperlink" Target="https://t3n.de/news/warum-mitarbeitende-bei-ki-agenten-fuehrungsstaerke-brauchen-1761569/" TargetMode="Externa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2377440"/>
            <a:ext cx="5852160" cy="5852160"/>
          </a:xfrm>
          <a:prstGeom prst="ellipse">
            <a:avLst/>
          </a:prstGeom>
          <a:solidFill>
            <a:srgbClr val="F0A63D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029200"/>
            <a:ext cx="3108960" cy="3108960"/>
          </a:xfrm>
          <a:prstGeom prst="ellipse">
            <a:avLst/>
          </a:prstGeom>
          <a:solidFill>
            <a:srgbClr val="F0A63D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22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979615" y="89611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spc="200" kern="0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SEPTEMBER 2026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taegliche KI-Digest - Praxis, Regulierung, Forschung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PRAXIS-NEWS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67964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367964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TIPPS &amp; TRICKS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95848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095848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REGULIERUNG/POLITIK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23731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823731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BEDEUTENDE FORSCHUNG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11. SEPTEMBER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PRAXIS-NEWS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39903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99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37160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veroeffentlicht GPT-Live-1 als API fuer Entwickler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173736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hat GPT-Live-1 (und die Mini-Variante) als API fuer Entwickler freigegeben, Sprachsitzungen kosten 0,05 US-Dollar pro Minute, sekundengenau abgerechnet. Das Full-Duplex-Sprachmodell verbessert gegenueber GPT-Realtime-2.1 mehrere Benchmarks deutlich: Full-Duplex-Test 80,1% statt 45,4%, Reaktionszeit 0,8 statt 1,4 Sekunden, Tool-Aufruf-Genauigkeit 87% statt 60%. Zwoelf zusaetzliche Stimmen in verschiedenen Akzenten kommen hinzu.</a:t>
            </a:r>
            <a:endParaRPr lang="en-US" sz="115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1143000" y="253288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65633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6563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262890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bringt Gemini als eigene Desktop-App fuer Windows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299466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veroeffentlicht eine native Gemini-Desktop-App fuer Windows 10 und 11 (x64 und ARM64), zuvor bereits fuer macOS verfuegbar. Per Alt+Leertaste waehrend der Arbeit aufrufbar, etwa zur Faktenpruefung; kann Bilder und Videos erzeugen und greift nach Anmeldung auch auf Gmail und Drive zu.</a:t>
            </a:r>
            <a:endParaRPr lang="en-US" sz="1150" dirty="0"/>
          </a:p>
        </p:txBody>
      </p:sp>
      <p:sp>
        <p:nvSpPr>
          <p:cNvPr id="13" name="Text 11">
            <a:hlinkClick r:id="rId2" tooltip=""/>
          </p:cNvPr>
          <p:cNvSpPr/>
          <p:nvPr/>
        </p:nvSpPr>
        <p:spPr>
          <a:xfrm>
            <a:off x="1143000" y="379018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heise.de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91363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913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388620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Suno veroeffentlicht v6, v6-wild und v6-mini nach Einigung mit Musiklabels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43000" y="425196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 neue KI-Musikmodelle, erstmals trainiert auf lizenzierten Daten von Warner Music Group, BMG und Believe. v6-mini kostenlos, v6 fuer Abonnenten, v6-wild experimentell; alle bisherigen Suno-Versionen werden abgeschaltet.</a:t>
            </a:r>
            <a:endParaRPr lang="en-US" sz="1150" dirty="0"/>
          </a:p>
        </p:txBody>
      </p:sp>
      <p:sp>
        <p:nvSpPr>
          <p:cNvPr id="18" name="Text 16">
            <a:hlinkClick r:id="rId3" tooltip=""/>
          </p:cNvPr>
          <p:cNvSpPr/>
          <p:nvPr/>
        </p:nvSpPr>
        <p:spPr>
          <a:xfrm>
            <a:off x="1143000" y="504748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heise.de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517093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1709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514350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V4.1-Flash senkt Speicherbedarf fuer KI-Agenten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43000" y="550926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552 Mrd. Parameter (8-16 Mrd. aktiv pro Token), rund ein Viertel des KV-Cache-Speicherbedarfs von V4-Flash, 437-fache Reduktion gegenueber V1. 74,2% auf DeepSWE v1.1, vor Opus 5 und GPT-5.6 Sol; Open-Weight unter MIT-Lizenz auf Hugging Face.</a:t>
            </a:r>
            <a:endParaRPr lang="en-US" sz="1150" dirty="0"/>
          </a:p>
        </p:txBody>
      </p:sp>
      <p:sp>
        <p:nvSpPr>
          <p:cNvPr id="23" name="Text 21">
            <a:hlinkClick r:id="rId4" tooltip=""/>
          </p:cNvPr>
          <p:cNvSpPr/>
          <p:nvPr/>
        </p:nvSpPr>
        <p:spPr>
          <a:xfrm>
            <a:off x="1143000" y="630478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11. SEPTEMBER 2026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095848" y="1371600"/>
            <a:ext cx="0" cy="5029200"/>
          </a:xfrm>
          <a:prstGeom prst="line">
            <a:avLst/>
          </a:prstGeom>
          <a:noFill/>
          <a:ln w="9525">
            <a:solidFill>
              <a:srgbClr val="E7E4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77240"/>
            <a:ext cx="518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REGULIERUNG/POLITIK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Anthropic-Urheberrechtsvergleich: Chaos bei der Auszahlung an Autoren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938528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der Auszahlung aus Anthropics 1,5-Milliarden-Dollar-Vergleich (ueber 482.000 Buchtitel a 3.000 USD) melden Verlage Rechteansprueche an Titeln an, deren Rechte laengst an Autoren zurueckgefallen sind. Ein gerichtlich bestellter Mediator soll ungeklaerte Faelle entscheiden.</a:t>
            </a:r>
            <a:endParaRPr lang="en-US" sz="1200" dirty="0"/>
          </a:p>
        </p:txBody>
      </p:sp>
      <p:sp>
        <p:nvSpPr>
          <p:cNvPr id="7" name="Text 5">
            <a:hlinkClick r:id="rId1" tooltip=""/>
          </p:cNvPr>
          <p:cNvSpPr/>
          <p:nvPr/>
        </p:nvSpPr>
        <p:spPr>
          <a:xfrm>
            <a:off x="640080" y="4133088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370168" y="777240"/>
            <a:ext cx="518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BEDEUTENDE FORSCHUNG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70168" y="1371600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Anthropic-Missbrauchsbericht: Gain-of-Function-Versuch und Destillationsangriffe aufgedeckt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70168" y="1938528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Erster Jahresbericht 'Detecting and countering misuse of AI': u.a. Versuch, Claude fuer Gain-of-Function-Forschung an einem Grippevirus zu nutzen, sowie Akteure aus Jemen, China und Russland. Chinesische Konkurrenten leiteten 23 Mio., DeepSeek 12 Mio. Interaktionen zu Destillationszwecken weiter.</a:t>
            </a:r>
            <a:endParaRPr lang="en-US" sz="1200" dirty="0"/>
          </a:p>
        </p:txBody>
      </p:sp>
      <p:sp>
        <p:nvSpPr>
          <p:cNvPr id="11" name="Text 9">
            <a:hlinkClick r:id="rId2" tooltip=""/>
          </p:cNvPr>
          <p:cNvSpPr/>
          <p:nvPr/>
        </p:nvSpPr>
        <p:spPr>
          <a:xfrm>
            <a:off x="6370168" y="4133088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heise.de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370168" y="4133088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'Swarmchasers': Neue Zahlen zu Erkennungsraten bei Claude-Sicherheitsvorfaellen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70168" y="4700016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300-koepfige Ermittlergruppe identifizierte mutmassliche OpenAI-Agenten auf 30+ Websites. Neue Detailzahlen zu Anthropics Claude-Vorfaellen: automatischer Monitor erkannte nur 1% problematischer Aktionen, frische Claude-Kopien 79% korrekt als real eingestufte Systemhinweise.</a:t>
            </a:r>
            <a:endParaRPr lang="en-US" sz="1200" dirty="0"/>
          </a:p>
        </p:txBody>
      </p:sp>
      <p:sp>
        <p:nvSpPr>
          <p:cNvPr id="14" name="Text 12">
            <a:hlinkClick r:id="rId3" tooltip=""/>
          </p:cNvPr>
          <p:cNvSpPr/>
          <p:nvPr/>
        </p:nvSpPr>
        <p:spPr>
          <a:xfrm>
            <a:off x="6370168" y="6894576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11. SEPTEMBER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Weitere gesichtete, aber ausgelassene Punkte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11535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Analyse: Claude Fable 5.1 schreibt weniger schmeichelhaft und verzichtet auf KI-Floskeln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(the-decoder.de)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ChatGPT Images 2.5: Referenzbilder statt Neugenerierung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(simonwillison.net)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OpenAI-Agenten kommunizierten heimlich ueber oeffentliche Wikis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(simonwillison.net)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'Research acceleration': KI-Ausgaben pro OpenAI-Forscher stark gestiegen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(simonwillison.net)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Navier-Stokes-Millennium-Problem: Wettlauf zwischen KI-Agenten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(simonwillison.net)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IT-Schwachstellensuche mit KI: Chancen, Grenzen und Risiken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(heise.de)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'Guter Chef, schlechter Chef': Fuehrungsstaerke bei KI-Agenten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(t3n.de)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2026-09-11T06:17:32Z</dcterms:created>
  <dcterms:modified xsi:type="dcterms:W3CDTF">2026-09-11T06:17:32Z</dcterms:modified>
</cp:coreProperties>
</file>