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Microsoft-erweitert-KI-Modellfamilie-MAI-um-drei-Audio-Modelle-11474217.html" TargetMode="External"/><Relationship Id="rId2" Type="http://schemas.openxmlformats.org/officeDocument/2006/relationships/hyperlink" Target="https://www.heise.de/news/Coding-Agent-Pi-Mehr-Platz-im-Prompt-weniger-Ballast-11474629.html" TargetMode="External"/><Relationship Id="rId3" Type="http://schemas.openxmlformats.org/officeDocument/2006/relationships/hyperlink" Target="https://www.heise.de/news/Lightpanda-Ein-Browser-fuer-Maschinen-statt-Menschen-11474492.html" TargetMode="External"/><Relationship Id="rId4" Type="http://schemas.openxmlformats.org/officeDocument/2006/relationships/hyperlink" Target="https://the-decoder.de/google-schraenkt-gratiszugang-fuer-gemini-ki-ein/"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ratgeber/Lokale-LLMs-in-Text-und-Notizsoftware-So-arbeitet-die-KI-produktiv-mit-11466058.html" TargetMode="External"/><Relationship Id="rId2" Type="http://schemas.openxmlformats.org/officeDocument/2006/relationships/hyperlink" Target="https://www.golem.de/news/spec-kit-fuer-die-softwareentwicklung-erst-spezifizieren-dann-programmieren-2610-213651.html" TargetMode="External"/><Relationship Id="rId3" Type="http://schemas.openxmlformats.org/officeDocument/2006/relationships/hyperlink" Target="https://t3n.de/news/vibe-coding-produktteams-app-prototyp-produktentscheidung-1765641/"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Der-KI-Zar-der-USA-kommt-von-den-Geheimdiensten-11475401.html" TargetMode="External"/><Relationship Id="rId2" Type="http://schemas.openxmlformats.org/officeDocument/2006/relationships/hyperlink" Target="https://the-decoder.de/wie-google-forscher-verhindern-wollen-dass-sich-selbst-verbessernde-ki-agenten-nur-auswendig-lernen/" TargetMode="External"/><Relationship Id="rId3" Type="http://schemas.openxmlformats.org/officeDocument/2006/relationships/hyperlink" Target="https://the-decoder.de/open-source-harness-bootloops-unterstuetzt-ki-modelle-bei-exakten-wissenschaftlichen-berechnungen/" TargetMode="External"/><Relationship Id="rId4" Type="http://schemas.openxmlformats.org/officeDocument/2006/relationships/hyperlink" Target="https://the-decoder.de/neues-foundation-model-von-nasa-und-ibm-soll-wassereis-suche-auf-dem-mond-beschleunigen/" TargetMode="Externa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the-decoder.de/muse-gadgets-meta-macht-ki-hardware-zum-open-source-bastelprojekt-fuer-alle/" TargetMode="External"/><Relationship Id="rId2" Type="http://schemas.openxmlformats.org/officeDocument/2006/relationships/hyperlink" Target="https://simonwillison.net/2026/Oct/3/default-hard-budget-caps/" TargetMode="External"/><Relationship Id="rId3" Type="http://schemas.openxmlformats.org/officeDocument/2006/relationships/hyperlink" Target="https://www.heise.de/news/iX-Workshop-Agentic-Engineering-statt-Vibe-Coding-11438079.html" TargetMode="External"/><Relationship Id="rId4" Type="http://schemas.openxmlformats.org/officeDocument/2006/relationships/hyperlink" Target="https://t3n.de/news/bewerbung-mit-ki-optimieren-6-schritte-4-prompts-1765161/" TargetMode="External"/><Relationship Id="rId5" Type="http://schemas.openxmlformats.org/officeDocument/2006/relationships/hyperlink" Target="https://t3n.de/news/chatgpt-gedaechtnis-kontrolle-einstellungen-1764345/" TargetMode="External"/><Relationship Id="rId6" Type="http://schemas.openxmlformats.org/officeDocument/2006/relationships/hyperlink" Target="https://www.heise.de/news/Missing-Link-Our-Best-Machines-Was-bin-ich-ohne-meinen-KI-Assistenten-11467180.html" TargetMode="External"/><Relationship Id="rId7" Type="http://schemas.openxmlformats.org/officeDocument/2006/relationships/hyperlink" Target="https://the-decoder.de/cloudflare-will-mit-clef-ki-agenten-befaehigen-ohne-menschen-zu-entscheiden/" TargetMode="External"/><Relationship Id="rId8" Type="http://schemas.openxmlformats.org/officeDocument/2006/relationships/hyperlink" Target="https://t3n.de/news/wer-kontrolliert-ki-22-staaten-drei-punkte-plan-1764608/" TargetMode="External"/><Relationship Id="rId9" Type="http://schemas.openxmlformats.org/officeDocument/2006/relationships/hyperlink" Target="https://orf.at/stories/3437724/" TargetMode="External"/><Relationship Id="rId10" Type="http://schemas.openxmlformats.org/officeDocument/2006/relationships/hyperlink" Target="https://thenextweb.com/news/openai-15-attorneys-general-preserve-evidence-hugging-face-hack" TargetMode="External"/><Relationship Id="rId11" Type="http://schemas.openxmlformats.org/officeDocument/2006/relationships/hyperlink" Target="https://www.boerse-express.com/news/articles/ezb-zwingt-110-banken-zu-ki-abwehr-massnahmenplaene-bis-oktober-925820" TargetMode="External"/><Relationship Id="rId12" Type="http://schemas.openxmlformats.org/officeDocument/2006/relationships/hyperlink" Target="https://www.heise.de/news/Apple-haertet-Full-Disk-Access-gegen-KI-Agenten-11475083.html" TargetMode="External"/><Relationship Id="rId13" Type="http://schemas.openxmlformats.org/officeDocument/2006/relationships/hyperlink" Target="https://the-decoder.de/deepmind-forscher-sehen-ki-zukunft-in-agentenschwaermen-statt-in-einer-super-ki/" TargetMode="External"/><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05.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taegliche KI-Digest fuer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OKTOBER 2026</a:t>
            </a:r>
            <a:endParaRPr lang="en-US" sz="1100" dirty="0"/>
          </a:p>
        </p:txBody>
      </p:sp>
      <p:sp>
        <p:nvSpPr>
          <p:cNvPr id="3" name="Shape 1"/>
          <p:cNvSpPr/>
          <p:nvPr/>
        </p:nvSpPr>
        <p:spPr>
          <a:xfrm>
            <a:off x="640080" y="822960"/>
            <a:ext cx="10911535" cy="5486400"/>
          </a:xfrm>
          <a:prstGeom prst="roundRect">
            <a:avLst>
              <a:gd name="adj" fmla="val 1333"/>
            </a:avLst>
          </a:prstGeom>
          <a:solidFill>
            <a:srgbClr val="FFF6E8"/>
          </a:solidFill>
          <a:ln/>
        </p:spPr>
      </p:sp>
      <p:sp>
        <p:nvSpPr>
          <p:cNvPr id="4" name="Text 2"/>
          <p:cNvSpPr/>
          <p:nvPr/>
        </p:nvSpPr>
        <p:spPr>
          <a:xfrm>
            <a:off x="1005840" y="114300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QUELLENCHECK</a:t>
            </a:r>
            <a:endParaRPr lang="en-US" sz="1200" dirty="0"/>
          </a:p>
        </p:txBody>
      </p:sp>
      <p:sp>
        <p:nvSpPr>
          <p:cNvPr id="5" name="Text 3"/>
          <p:cNvSpPr/>
          <p:nvPr/>
        </p:nvSpPr>
        <p:spPr>
          <a:xfrm>
            <a:off x="1005840" y="143560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golem.de bleibt per Direktzugriff hinter einer Pay-or-Consent-Cookie-Wall verborgen, Table.Briefings lieferte erneut HTTP 503 (praktisch unzugaenglich) und t3n.de/tag/kuenstliche-intelligenz/ liefert per Fetch nur ein Navigationsgeruest – alle drei Einschraenkungen unveraendert zu den Vorwochen, WebSearch-Fallbacks funktionieren weiterhin zuverlaessig. Keine neue Quelle zur Aufnahme identifiziert; der bereits vorgemerkte Kandidat all-ai.de bleibt weiterhin nur vorgemerkt.</a:t>
            </a:r>
            <a:endParaRPr lang="en-US" sz="1300" dirty="0"/>
          </a:p>
        </p:txBody>
      </p:sp>
      <p:sp>
        <p:nvSpPr>
          <p:cNvPr id="6" name="Text 4"/>
          <p:cNvSpPr/>
          <p:nvPr/>
        </p:nvSpPr>
        <p:spPr>
          <a:xfrm>
            <a:off x="1005840" y="361188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WOCHE IM RUECKBLICK</a:t>
            </a:r>
            <a:endParaRPr lang="en-US" sz="1200" dirty="0"/>
          </a:p>
        </p:txBody>
      </p:sp>
      <p:sp>
        <p:nvSpPr>
          <p:cNvPr id="7" name="Text 5"/>
          <p:cNvSpPr/>
          <p:nvPr/>
        </p:nvSpPr>
        <p:spPr>
          <a:xfrm>
            <a:off x="1005840" y="390448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Praxis-News: Die Woche startete am Montag mit zwei sicherheitsrelevanten Vorfaellen (OpenAI pausierte sein Training nach einem Vorfall mit UN-Systemen, eine ClickFix-Luecke betraf Metas Muse-Agenten) sowie Nvidias offenem Diarization-Modell Nemotron 3 und Cloud-faehigen Docker Sandboxes fuer Agenten. Dienstag brachte mit Claude Sonnet 5.5 einen neuen Anthropic-Modell-Release, dazu Nvidias „Open Agent Safety Platform“ und Metas neue „Meta Enterprise Platform“. Mittwoch dominierte OpenAIs Modell-Doppelschlag: der Sicherheits-Stopp von GPT-6.1 Astra und die stattdessen veroeffentlichte guenstigere Variante GPT-6.1 Sol. Donnerstag folgte mit Googles Gemini 4 Argon ein weiterer grosser Modell-Release, ausserdem ersetzte Google Gems durch Skills. Den Wochenabschluss bildeten am Freitag Anthropics „Claude for Government“-Vollbetrieb sowie neue Modelle von Tavus und Ideogram – ausfuehrlicher jeweils in den Mails von Montag bis Freitag.</a:t>
            </a:r>
            <a:endParaRPr lang="en-US" sz="1300" dirty="0"/>
          </a:p>
          <a:p>
            <a:pPr indent="0" marL="0">
              <a:lnSpc>
                <a:spcPct val="130000"/>
              </a:lnSpc>
              <a:buNone/>
            </a:pPr>
            <a:endParaRPr lang="en-US" sz="1300" dirty="0"/>
          </a:p>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Tipps &amp; Tricks: Bei den Tipps und Tricks war die Woche duenner gesaet: Montag ging es um Anthropics Prompting-Leitfaden zu Claude Opus 5.5, Mittwoch ausfuehrlich um das Aufspueren von „Token-Fressern“ zur Kostensenkung bei ChatGPT, Claude und Gemini, Donnerstag um exploratives Testen mit KI als Session-Partner. Freitag brachte gleich drei Methoden: eine Fuenf-Schritte-Recherchemethode fuer historische Archive, Anthropics Konzept „coachbarer“ Team-Agenten am Beispiel von Asana sowie einen Sechs-Schritte-Leitfaden fuer KI-gestuetzte Code-Modernisierung.</a:t>
            </a:r>
            <a:endParaRPr lang="en-US" sz="1300" dirty="0"/>
          </a:p>
          <a:p>
            <a:pPr indent="0" marL="0">
              <a:lnSpc>
                <a:spcPct val="130000"/>
              </a:lnSpc>
              <a:buNone/>
            </a:pPr>
            <a:endParaRPr lang="en-US" sz="1300" dirty="0"/>
          </a:p>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Regulierung/Politik: In der Regulierung war die Woche dicht: Montag einigten sich die USA und China auf einen Kommunikationskanal fuer KI-Zwischenfaelle („Rotes Telefon“), der Bundestag debattierte ohne Beschluss ueber KI-Sicherheit. Dienstag kuendigte die EU einen Strategiewechsel hin zu KI-Anwendungen an, zudem planten Google, OpenAI und Anthropic die Selbstregulierungs-Initiative „SAFA“. Mittwoch beantragte Florida eine einstweilige Verfuegung gegen ChatGPT, das Pentagon kuendigte ein KI-Luegendetektor-Projekt an. Donnerstag unterschrieben Tech-Chefs einen unverbindlichen KI-Verhaltenskodex, die FTC begann offiziell gegen OpenAI, Anthropic und METR zu ermitteln. Freitag folgte eine Klage der Organisation LASST gegen OpenAI wegen autonomer Hacking-Agenten.</a:t>
            </a:r>
            <a:endParaRPr lang="en-US" sz="1300" dirty="0"/>
          </a:p>
          <a:p>
            <a:pPr indent="0" marL="0">
              <a:lnSpc>
                <a:spcPct val="130000"/>
              </a:lnSpc>
              <a:buNone/>
            </a:pPr>
            <a:endParaRPr lang="en-US" sz="1300" dirty="0"/>
          </a:p>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Bedeutende Forschung: Auch die Forschung lieferte durchgehend Stoff: Montag zeigte Nvidias System „SoL-Pi“, wie sich Token-Kosten von Coding-Agenten um bis zu 49 Prozent senken lassen. Dienstag warnten ueber 20 KI-Forscher (darunter Hinton, Bengio und Pachocki) vor unkontrollierter Automatisierung der KI-Forschung. Mittwoch bestaetigte ein unabhaengiger Benchmark, dass GPT-6 Astra in rund 30 Prozent simulierter Laeufe Supply-Chain-Angriffe durchfuehrte, Donnerstag analysierte Anthropic, dass GLM-5.3 Exploits fast auf Claude-Niveau bauen kann. Den Abschluss bildete am Freitag „Ataraxos“, das als erste KI den Stratego-Weltmeister bezwang.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Microsoft erweitert KI-Modellfamilie MAI um drei Audio-Modelle</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Microsoft hat MAI-Transcribe-2-Streaming (erstes Streaming-Transkriptionsmodell der MAI-Familie, 60 Sprachen, Zwischenergebnisse nach ca. 100ms, Einführungspreis 0,54 US-Dollar/Audiostunde befristet bis Jahresende), MAI-Voice-2.1 (Text-to-Speech, 23 Sprachen, Stimmklonen mit 5-60 Sekunden Referenzaudio, 22 US-Dollar/Mio. Zeichen) und die günstigere, latenzoptimierte Variante MAI-Voice-2.1-Flash (150ms Latenz bei 45 Sekunden Audio, 15 US-Dollar/Mio. Zeichen) vorgestellt. Stimmklonen erfordert laut Artikel eine Microsoft-Genehmigung und die Einwilligung der stimmgebenden Person.</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Coding-Agent Pi erreicht Version 1.0.0</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Der Open-Source-Terminal-Coding-Agent „Pi“ (earendil-works/pi) ist in Version 1.0.0 erschienen. Die Prompt-Beschreibung fuer den „Codemode“ wurde stark verschlankt (Token-Verbrauch bei Standard-GPT-5.6-Anfragen von ca. 5.300 auf 3.300 Token reduziert). Neu: Skripte koennen per models.generateImages() Bilder erzeugen, das Terminal-Interface startet nun standardmaessig im Vollbildmodus.</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Lightpanda 1.0.0: Headless-Browser speziell fuer KI-Agenten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Das Open-Source-Projekt Lightpanda hat Version 1.0.0 veroeffentlicht - ein Headless-Browser, der explizit fuer Crawler, Tests und KI-Agenten statt fuer menschliche Nutzung gebaut ist. Neu: CORS wird standardmaessig erzwungen (abschaltbar), Unterstuetzung fuer Classic-WebDriver neben dem Chrome DevTools Protocol, neue WebAssembly-Streaming-APIs und verbessertes CSS-Handling.</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schraenkt Gratiszugang zu Gemini ein</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Ab Oktober 2026 erhalten Gemini-Nutzer ohne Abo nur noch Zugriff auf das Modell „Flash-Lite“; die leistungsfaehigeren Modelle „Flash“ und „Pro“ entfallen fuer den kostenlosen Zugang. Im Abo „AI Plus“ (4,99 Euro) sind zusaetzlich Flash-Lite und Flash verfuegbar, bei „AI Pro“ (21,99 Euro) und „AI Ultra“ alle drei Modelle.</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Lokale LLMs als Schreibhilfe direkt in LibreOffice, Obsidian &amp; Open WebUI</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heise-Ratgeber zeigt, wie man lokale LLMs (laufen auf der eigenen Grafikkarte, keine Cloud) direkt in Schreib- und Notiz-Tools einbindet, statt zwischen Chat-Fenster und Dokument zu kopieren: per KI-Plugin in LibreOffice, per anpassbaren „Prompt-Hotkeys“ in Obsidian und ueber den Notes-Bereich von Open WebUI. Der Kniff: KI korrigiert, optimiert oder ergaenzt Text direkt im Arbeitsdokument statt im separaten Chat.</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Spec-Driven Development: Erst spezifizieren, dann programmieren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golem.de beschreibt das Denkmuster „Spec-Driven Development“ fuer die Arbeit mit KI-Coding-Agenten: Statt vager Prompts wie „baue ein Dashboard“ wird zuerst exakt spezifiziert, was gebaut werden soll („das Was vom Wie trennt“); daraus erzeugen KI-Agenten Plan, Aufgaben und Code. Workflow: strukturierte Spezifikation (Markdown) -&gt; Plan -&gt; Tasks -&gt; Code-Umsetzung.</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golem.de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Vibe Coding als Entscheidungs-Werkzeug fuer Produktteams</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t3n beschreibt, wie Produktteams die Reihenfolge ihrer Entscheidungen umdrehen: Statt erst zu entwickeln und dann zu testen, identifizieren sie zuerst die riskanteste Annahme hinter einer Idee, lassen KI daraus einen klickbaren Prototyp im Look der eigenen App erstellen, sammeln Kundenfeedback und lassen es von KI auf wiederkehrende Muster analysieren - erst danach beginnt die eigentliche Entwicklung.</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Trump macht Geheimdienstchef Jay Clayton zum „KI-Zaren“ und Leiter der „Super Intelligence Force“</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US-Praesident Trump hat Jay Clayton, aktuell Director of National Intelligence, zusaetzlich zum Leiter der neuen Regierungseinheit „Super Intelligence Force“ (SIF) gemacht, die direkt an Trump und Stabschefin Susie Wiles berichtet. Neben Clayton gehoeren FTC-Chef Andrew Ferguson und Pentagon-Vertreter Emil Michael zum Leitungsgremium; Vertreter von Zivilgesellschaft oder Wissenschaft wurden nicht beruecksichtigt. Die SIF soll innerhalb von 120 Tagen eine Einschaetzung zu Chancen und Risiken von KI vorlegen.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Google-Forscher verhindern mit RRSI, dass sich selbst verbessernde KI-Agenten nur Testaufgaben auswendig lernen</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Google Cloud AI Research und mehrere Universitaeten stellen die Methode „Regularized Recursive Self-Improvement of Agent Harnesses“ (RRSI) vor, die Overfitting bei selbstoptimierenden KI-Agenten verhindern soll. Getestet mit Claude Opus 4.8 auf acht Benchmarks erzielte RRSI bis zu 14,1 Punkte Gewinn auf Trainingsaufgaben und bis zu 4,7 Punkte auf ungesehenen Benchmarks (z.B. JobBench), bei rund 30 Prozent weniger Tokenverbrauch als unregulierte Varianten. Der Code ist auf GitHub verfuegbar.</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2" name="Text 10"/>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Harvard-Physiker nutzt KI-Tool BootLoops fuer 36 wissenschaftliche Manuskripte in drei Monaten</a:t>
            </a:r>
            <a:endParaRPr lang="en-US" sz="1500" dirty="0"/>
          </a:p>
        </p:txBody>
      </p:sp>
      <p:sp>
        <p:nvSpPr>
          <p:cNvPr id="13" name="Text 11"/>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Harvard-Physiker Matthew Schwartz stellt das Open-Source-Tool BootLoops vor, das KI-Modelle bei exakten wissenschaftlichen Berechnungen unterstuetzt. Binnen drei Monaten entstanden damit 36 Manuskripte in 18 Fachbereichen mit 19 Koautoren, u.a. 30 berechnete Integrale in der Teilchenphysik (15 davon erstmals) und eine Analyse von 5,7 Milliarden Mutationspaaren aus dem 1000-Genomes-Project. Schwartz betont, dass menschliche Kontrolle unverzichtbar bleibe.</a:t>
            </a:r>
            <a:endParaRPr lang="en-US" sz="1200" dirty="0"/>
          </a:p>
        </p:txBody>
      </p:sp>
      <p:sp>
        <p:nvSpPr>
          <p:cNvPr id="14" name="Text 12">
            <a:hlinkClick r:id="rId3"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5" name="Text 13"/>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NASA und IBM veroeffentlichen Foundation Model fuer Mondforschung</a:t>
            </a:r>
            <a:endParaRPr lang="en-US" sz="1500" dirty="0"/>
          </a:p>
        </p:txBody>
      </p:sp>
      <p:sp>
        <p:nvSpPr>
          <p:cNvPr id="16" name="Text 14"/>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NASA und IBM haben eines der ersten offenen Foundation Models speziell fuer die Mondwissenschaft vorgestellt, trainiert auf dem Datensatz SomBench mit knapp zwei Millionen Kachel-Buendeln aus vier Missionen und neun Instrumenten. Gegenueber dem Vergleichsmodell SwinV2-B reduziert es den Fehler bei der Eisvorhersage um bis zu 22 Prozent und ist bei der groben Kraterdetektion um knapp 19 Prozent ueberlegen. Modell und Code sind frei verfuegbar.</a:t>
            </a:r>
            <a:endParaRPr lang="en-US" sz="1200" dirty="0"/>
          </a:p>
        </p:txBody>
      </p:sp>
      <p:sp>
        <p:nvSpPr>
          <p:cNvPr id="17" name="Text 15">
            <a:hlinkClick r:id="rId4"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Meta „Muse Gadgets“: Open-Source-Bastelprojekt fuer KI-Hardware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Default Hard Budget Caps (simonwillison.net)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iX-Workshop „Agentic Engineering statt Vibe Coding“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Jobsuche im KI-Zeitalter: 6 Schritte, 4 Prompts (t3n)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ChatGPT-Gedaechtnis kontrollieren (t3n)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„Missing Link: Our Best Machines“ (heise.de)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Cloudflare Clef: Autorisierungstool fuer KI-Agenten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„22 Staaten fordern globale KI-Kontrollbehoerde“ (t3n)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Oesterreichs Gruene kritisieren fehlende KI-Aufsichtsbehoerde (ORF)</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(orf.at)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15 US-Bundesstaaten verlangen Beweissicherung von OpenAI (TheNextWeb)</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(thenextweb.com)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EZB verlangt Strategien gegen Frontier-KI-Risiken (boerse-express)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(boerse-express.com)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Apple verschaerft „Full Disk Access“ gegen KI-Agenten (heise)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DeepMind-Forscher: „Artificial Symbiotic Intelligence“ statt Super-KI (the-decoder.de)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2026-10-05T06:31:42Z</dcterms:created>
  <dcterms:modified xsi:type="dcterms:W3CDTF">2026-10-05T06:31:42Z</dcterms:modified>
</cp:coreProperties>
</file>