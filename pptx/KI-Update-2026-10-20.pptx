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3n.de/news/google-gemini-umbau-skills-gems-tasks-spark-1768926/" TargetMode="External"/><Relationship Id="rId2" Type="http://schemas.openxmlformats.org/officeDocument/2006/relationships/hyperlink" Target="https://the-decoder.de/minimax-m3-1-flash-ist-chinas-neuestes-modell-das-ki-preise-richtung-keller-drueckt/" TargetMode="External"/><Relationship Id="rId3" Type="http://schemas.openxmlformats.org/officeDocument/2006/relationships/hyperlink" Target="https://www.heise.de/news/Vercel-Index-Open-Weight-Modellnutzung-erstmalig-ueber-70-Prozent-11488361.html" TargetMode="External"/><Relationship Id="rId4" Type="http://schemas.openxmlformats.org/officeDocument/2006/relationships/hyperlink" Target="https://www.heise.de/news/Iris-Scan-gegen-Deepfakes-So-will-Sam-Altmans-World-Zoom-Meetings-schuetzen-11492665.html"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laude.dev/blog/solving-code-review-at-anthropic/" TargetMode="External"/><Relationship Id="rId2" Type="http://schemas.openxmlformats.org/officeDocument/2006/relationships/hyperlink" Target="https://simonwillison.net/2026/Oct/15/latex/"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China-will-Export-von-KI-und-Solartechnik-beschraenken-11487798.html" TargetMode="External"/><Relationship Id="rId2" Type="http://schemas.openxmlformats.org/officeDocument/2006/relationships/hyperlink" Target="https://www.heise.de/news/Kanzler-Merz-hofft-auf-Nvidia-als-Wachstumsbeschleuniger-11493401.html"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ki-videogenerator-kling-ai-4-0-will-mit-mehr-kontrolle-die-luecke-zur-professionellen-videoproduktion-schliessen/" TargetMode="External"/><Relationship Id="rId2" Type="http://schemas.openxmlformats.org/officeDocument/2006/relationships/hyperlink" Target="https://www.heise.de/news/30-Millionen-Parameter-Lokaler-KI-Sprachmodell-fuer-den-ESP32-11492822.html" TargetMode="External"/><Relationship Id="rId3" Type="http://schemas.openxmlformats.org/officeDocument/2006/relationships/hyperlink" Target="https://www.heise.de/news/ISO-IEC-27090-soll-KI-Systeme-sicher-machen-11492332.html" TargetMode="External"/><Relationship Id="rId4" Type="http://schemas.openxmlformats.org/officeDocument/2006/relationships/hyperlink" Target="https://the-decoder.de/schere-stein-ki-unser-neuer-podcast-ist-da/" TargetMode="External"/><Relationship Id="rId5" Type="http://schemas.openxmlformats.org/officeDocument/2006/relationships/hyperlink" Target="https://t3n.de/news/programmiersprache-ki-verwirren-1768844/"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20.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Praxis, Regulierung und Forschung im Überblick</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20.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baut Gemini um: Gems werden zu Skills, Gemini Spark zu „Task“</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ersetzt in Gemini die bisherigen „Gems“ durch „Skills“ – gespeicherte Arbeitsanweisungen im offenen SKILL.md-Format, die im Chat aufgerufen und kombiniert werden können. Bestehende Gems auf privaten Konten werden ab dem 17. November 2026 automatisch umgewandelt, das Tool „Opal“ wird im selben Monat eingestellt. Der Hintergrund-Agent „Gemini Spark“ heißt künftig im Chatfenster „Task“ und kann bis zu 15 mehrstufige Aufträge gleichzeitig bearbeiten; in Deutschland, Österreich und der Schweiz bleiben cloudbasierte Tasks und ihre Zeitpläne vorerst gesperrt.</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MiniMax M3.1 Flash: neues chinesisches Modell drückt KI-Preise weiter</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MiniMax hat mit M3.1 Flash ein neues Reasoning-Modell veröffentlicht, das im Intelligence Index von Artificial Analysis 42 Punkte erreicht – 13 Punkte mehr als der Vorgänger – bei halben Kosten. Bei Humanity's Last Exam schlägt es DeepSeek V4.1 Flash, hat laut Artikel aber eine Halluzinationsrate von 93 Prozent. Das Modell reiht sich in die Serie zunehmend günstigerer chinesischer Reasoning-Modelle ein.</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Vercel-Index: Open-Weight-Modelle erstmals über 70 Prozent der Tokens</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Laut Vercels AI Gateway Index machten Open-Weight-Modelle im September 2026 71,5 Prozent aller über den Dienst verarbeiteten Tokens aus, ihr Anteil an den geschätzten Ausgaben lag bei 23 Prozent (Juni: knapp 5 Prozent). Anthropics Anteil an den Ausgaben sank von 63,7 auf 43,9 Prozent. Im September wechselten 48 Prozent der Teams ihr meistgenutztes Modell und 28,6 Prozent ihren bevorzugten Anbieter – ein konkreter Hinweis auf sinkende Anbieterbindung.</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Iris-Scan gegen Deepfakes: World will Zoom-Meetings absichern</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World, mitgegründet von OpenAI-CEO Sam Altman, hat eine Methode vorgestellt, mit der sich in Zoom-Meetings prüfen lässt, ob das Gegenüber echt ist: Ein fußballgroßes Gerät namens Orb scannt die Iris, bei bestandener Prüfung erscheint im Zoom-Fenster ein blaues Zeichen. Die Verifizierung läuft per Handykamera/App gegen den verschlüsselten Orb-Datensatz, zusätzlich nutzt World Blockchain-Technologie; mehrere Banken und Finanzdienstleister setzen das Tool laut World bereits ein.</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20.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Code-Review im Claude-Code-Team: kontinuierlich statt PR-Gate am Ende</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Addy Osmani, Morgan Westlee Lunt und Qing Wang beschreiben im Anthropic-Blog, wie das Claude-Code-Team Reviews organisiert: Statt Code zu schreiben, einen Pull Request zu öffnen und auf Kolleg:innen zu warten, läuft das Review laufend mit – „more like spellcheck while you write“. Claude prüft und korrigiert die meisten Änderungen mindestens einmal selbst, bevor ein Mensch draufschaut, sodass Routinefehler früh auffallen und die Aufmerksamkeit des Teams für grundsätzlichere Fragen frei bleibt. Der Ansatz lässt sich auf eigene Coding-Agent-Workflows übertragen, indem man den Agenten standardmäßig eine erste Selbstprüfung vor jeder Vorlage an Menschen durchführen lässt.</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claude.dev (englisch)</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Eigenes Tool nach Vorbild bauen lassen: Claude Code repliziert LaTeX-Renderer</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ließ Claude Code (Opus 5.5 Extra), inspiriert von einem bestehenden Tool („Tiny Little Office“, das Dokumente im URL-Fragment speichert), einen ähnlichen LaTeX-Renderer bauen: Code im Fragment wird direkt gerendert und ist als Link/Lesezeichen teilbar, ein Editor dient als Fallback. Gegen XSS wurde das iframe-sandbox-Muster aus einem früheren eigenen Projekt (SVG-in-Markdown) wiederverwendet statt neu entwickelt – ein Beispiel dafür, bewährte Sicherheitsmuster zwischen eigenen KI-gebauten Tools zu übertragen, anstatt sie jedes Mal neu zu erfinden.</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simonwillison.net (englisch)</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20.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China plant Exportbeschränkungen für KI-, Solar- und Biotechnologie</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Laut Regierungsentwurf (u. a. Handelsministerium) sollen 40 Schlüsseltechnologien reguliert werden: 26 davon genehmigungspflichtig, 14 ganz verboten. Eine Registrierungspflicht für den Technologietransfer gilt bereits seit dem 16.10.2026, Stellungnahmen zum Entwurf sind bis 15. November 2026 möglich. Begründung: Sicherheitsbedenken, da KI für Angriffe auf kritische Infrastrukturen genutzt werden könne und Solartechnik auch militärisch und in der Raumfahrt zum Einsatz komme.</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„Invest in Germany“-Gipfel: Merz und Nvidia-Chef einig bei KI-Regulierungskurs</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Beim Gipfel in Berlin sprachen Bundeskanzler Friedrich Merz und Nvidia-CEO Jensen Huang über Investitionen und KI; das Forschungsministerium unterzeichnete eine Absichtserklärung mit Nvidia, um Industriedaten für KI (u. a. mit Nemotron und Cosmos) nutzbar zu machen. Merz forderte Unternehmen auf, ihre Daten für KI zu öffnen, und sprach sich – einig mit Huang – dafür aus, vor allem Anwendungen statt der Technologie selbst zu regulieren, bevorzugt auf europäischer oder globaler statt nationaler Ebene.</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20.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KI-Videogenerator Kling AI 4.0 mit mehr Kontrolle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PocketGPT: 30-Millionen-Parameter-Sprachmodell für den ESP32</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ISO/IEC 27090: neuer Leitfaden für KI-Sicherheitsbedrohungen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„Schere. Stein. KI.“: neuer Podcast von THE DECODER/heise KI PRO</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Killswitch: Programmiersprache soll KI-Modelle beim Codeverstehen verwirren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2026-10-20T06:16:35Z</dcterms:created>
  <dcterms:modified xsi:type="dcterms:W3CDTF">2026-10-20T06:16:35Z</dcterms:modified>
</cp:coreProperties>
</file>