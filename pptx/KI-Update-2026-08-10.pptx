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the-decoder.de/anthropic-schaltet-claude-code-standardmaessig-auf-auto-mode-zum-schutz-der-entwickler/" TargetMode="External"/><Relationship Id="rId2" Type="http://schemas.openxmlformats.org/officeDocument/2006/relationships/hyperlink" Target="https://openai.com/index/responding-next-frontier-critical-cyber-capabilities/" TargetMode="External"/><Relationship Id="rId3" Type="http://schemas.openxmlformats.org/officeDocument/2006/relationships/hyperlink" Target="https://www.golem.de/news/kurswechsel-openai-zieht-bei-atlas-den-stecker-2607-210755.html" TargetMode="External"/><Relationship Id="rId4" Type="http://schemas.openxmlformats.org/officeDocument/2006/relationships/hyperlink" Target="https://lmstudio.ai/changelog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simonwillison.net/2026/Aug/3/david-crawshaw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the-decoder.de/openai-verlangsamt-angeblich-bewusst-ki-forschung-nach-unkontrolliertem-agenten-hacking/" TargetMode="External"/><Relationship Id="rId2" Type="http://schemas.openxmlformats.org/officeDocument/2006/relationships/hyperlink" Target="https://www.fz-juelich.de/de/aktuelles/news/pressemitteilungen/2026/ki-liest-wissenschaft" TargetMode="External"/><Relationship Id="rId3" Type="http://schemas.openxmlformats.org/officeDocument/2006/relationships/hyperlink" Target="https://the-decoder.de/forscher-finden-tausende-erfundene-ki-quellen-in-biomedizinischen-fachartikeln-und-warnen-vor-gefahr-fuer-klinische-leitlinien/" TargetMode="External"/><Relationship Id="rId4" Type="http://schemas.openxmlformats.org/officeDocument/2006/relationships/hyperlink" Target="https://www.idw-online.de/en/news870166" TargetMode="External"/><Relationship Id="rId5" Type="http://schemas.openxmlformats.org/officeDocument/2006/relationships/hyperlink" Target="https://the-decoder.de/anthropic-experiment-zeigt-staerkere-ki-modelle-verhandeln-bessere-preise-ohne-dass-es-jemand-merkt/" TargetMode="External"/><Relationship Id="rId6" Type="http://schemas.openxmlformats.org/officeDocument/2006/relationships/hyperlink" Target="https://www.rte.ie/news/business/2026/0731/1586020-eu-in-talks-with-openai-after-rogue-ai-agent-hacks/" TargetMode="External"/><Relationship Id="rId7" Type="http://schemas.openxmlformats.org/officeDocument/2006/relationships/hyperlink" Target="https://www.heise.de/news/Auch-KI-des-OpenAI-Rivalen-Anthropic-griff-echte-Firmen-an-11387741.html" TargetMode="External"/><Relationship Id="rId8" Type="http://schemas.openxmlformats.org/officeDocument/2006/relationships/hyperlink" Target="https://www.ad-hoc-news.de/wissenschaft/california-ai-transparency-act-kennzeichnungspflicht-ab-sofort-aktiv/69911953" TargetMode="External"/><Relationship Id="rId9" Type="http://schemas.openxmlformats.org/officeDocument/2006/relationships/hyperlink" Target="https://www.commerce.senate.gov/press/rep/release/commerce-committee-advances-kids-online-safety-legislation/" TargetMode="External"/><Relationship Id="rId10" Type="http://schemas.openxmlformats.org/officeDocument/2006/relationships/hyperlink" Target="https://www.dlapiper.com/en/insights/publications/2026/06/unpacking-the-great-american-ai-act" TargetMode="External"/><Relationship Id="rId11" Type="http://schemas.openxmlformats.org/officeDocument/2006/relationships/hyperlink" Target="https://en.wikipedia.org/wiki/World_Artificial_Intelligence_Cooperation_Organization" TargetMode="External"/><Relationship Id="rId12" Type="http://schemas.openxmlformats.org/officeDocument/2006/relationships/hyperlink" Target="https://t3n.de/news/loop-engineering-ziel-vorgeben-statt-weg-ki-hack-1753008/" TargetMode="External"/><Relationship Id="rId13" Type="http://schemas.openxmlformats.org/officeDocument/2006/relationships/hyperlink" Target="https://t3n.de/news/professor-ki-schummeln-prompt-injection-ueberfuehrun-1754816/" TargetMode="External"/><Relationship Id="rId14" Type="http://schemas.openxmlformats.org/officeDocument/2006/relationships/hyperlink" Target="https://t3n.de/news/chatgpt-schreibstil-beibringen-prompts-tonalitaet-1749404/" TargetMode="External"/><Relationship Id="rId15" Type="http://schemas.openxmlformats.org/officeDocument/2006/relationships/hyperlink" Target="https://t3n.de/news/system-prompt-macht-ki-ehrlicher-1747136/" TargetMode="External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2377440"/>
            <a:ext cx="5852160" cy="5852160"/>
          </a:xfrm>
          <a:prstGeom prst="ellipse">
            <a:avLst/>
          </a:prstGeom>
          <a:solidFill>
            <a:srgbClr val="F0A63D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029200"/>
            <a:ext cx="3108960" cy="3108960"/>
          </a:xfrm>
          <a:prstGeom prst="ellipse">
            <a:avLst/>
          </a:prstGeom>
          <a:solidFill>
            <a:srgbClr val="F0A63D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8229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979615" y="89611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spc="200" kern="0" dirty="0">
                <a:solidFill>
                  <a:srgbClr val="F0A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AUGUST 2026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Praxis-News, Tipps &amp; Tricks, Regulierung und Forschung — Montagslauf mit Wochenrückblick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4572000"/>
            <a:ext cx="24535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A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40080" y="5285232"/>
            <a:ext cx="24535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PRAXIS-NEWS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67964" y="4572000"/>
            <a:ext cx="24535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A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367964" y="5285232"/>
            <a:ext cx="24535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TIPPS &amp; TRICKS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95848" y="4572000"/>
            <a:ext cx="24535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6095848" y="5285232"/>
            <a:ext cx="24535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REGULIERUNG/POLITIK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823731" y="4572000"/>
            <a:ext cx="24535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8823731" y="5285232"/>
            <a:ext cx="24535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BEDEUTENDE FORSCHUNG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 — 10. AUGUST 2026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640080" y="822960"/>
            <a:ext cx="10911535" cy="777240"/>
          </a:xfrm>
          <a:prstGeom prst="roundRect">
            <a:avLst>
              <a:gd name="adj" fmla="val 7059"/>
            </a:avLst>
          </a:prstGeom>
          <a:solidFill>
            <a:srgbClr val="FFF2D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896112"/>
            <a:ext cx="103628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4B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Technischer Hinweis: Bei der heutigen Recherche war der Werkzeugzugriff (WebFetch) auf praktisch alle externen Nachrichten-Domains durchgehend mit HTTP 403/„EGRESS_BLOCKED" blockiert; eine direkte Volltext-Prüfung einzelner Artikel war dadurch nicht möglich. Alle im heutigen Digest verwendeten Fakten wurden stattdessen über mehrere unabhängige WebSearch-Treffer pro Fakt kreuzverifiziert. Zusätzlich wurde bei der Recherche zu Tipps &amp; Tricks und Regulierung/Politik das WebSearch-Kontingent im Laufe der Recherche vollständig aufgebraucht; die Kategorien Regulierung/Politik und Bedeutende Forschung bleiben deshalb – neben echter Nachrichtenarmut übers Wochenende – heute leer.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10911535" cy="4434840"/>
          </a:xfrm>
          <a:prstGeom prst="roundRect">
            <a:avLst>
              <a:gd name="adj" fmla="val 1649"/>
            </a:avLst>
          </a:prstGeom>
          <a:solidFill>
            <a:srgbClr val="FFF6E8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194560"/>
            <a:ext cx="101800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QUELLENCHECK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2487168"/>
            <a:ext cx="101800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4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heise, golem, Tagesschau, Zeit Online, Süddeutsche Zeitung, t3n, Table.Briefings und the-decoder.de sind weiterhin aktiv und publizieren regelmäßig zu KI-Themen; the-decoder.de bleibt mit Abstand die Quelle mit der höchsten Schlagzahl an tagesaktuellen KI-Einzelmeldungen. Keine Quelle wirkte redundant oder inaktiv, keine neue Quelle wurde zur Aufnahme identifiziert – sources.md bleibt unverändert.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2971800"/>
            <a:ext cx="101800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WOCHE IM RÜCKBLICK — PRAXIS-NEWS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3264408"/>
            <a:ext cx="101800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4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Dienstag deckte ein heise-Bericht auf, wie stark einzelne KI-Projekte bei Amazon aus dem Kostenrahmen liefen, während Alibaba mit Qwen3.8-Max ein 2,4-Billionen-Parameter-Modell vorstellte. Am Mittwoch brachten OpenRouter und Simon Willisons LLM 0.32 praxisnahe Neuerungen, am Donnerstag stellte Meta Muse Spark 1.2 und den Coding-Agenten Muse Code vor. Am Freitag folgten die Abschaltung des Google Assistant, Mistrals Shieldstral und großzügigere ChatGPT-Free-Limits. Heute kommen Auto Mode in Claude Code, OpenAIs Astra-Risikoeinstufung, das Atlas-Aus und ein LM-Studio-Update hinzu.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3749040"/>
            <a:ext cx="101800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WOCHE IM RÜCKBLICK — TIPPS &amp; TRICKS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4041648"/>
            <a:ext cx="101800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4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Mittwoch zeigte heise wiederverwendbare Prompt-Vorlagen, am Donnerstag prägte Simon Willison „Don't be a meat proxy“, am Freitag ordnete t3n „Loop Engineering“ ein und ergänzte den Skill „/wait-what“. Heute kommt ein Anthropic-Prompt-Zitat zu explizitem Anspruchslevel hinzu.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4526280"/>
            <a:ext cx="101800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WOCHE IM RÜCKBLICK — REGULIERUNG/POLITIK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4818888"/>
            <a:ext cx="101800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4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2. August traten EU-AI-Act-Transparenzpflichten und das deutsche KI-MIG in Kraft, dazu ein Münchner Urheberrechtsurteil gegen Suno. Am Donnerstag erlaubte ein US-Berufungsgericht Perplexitys Amazon-Zugriff wieder. Fürs Wochenende bis heute keine neue, belegte Entwicklung – Kategorie bleibt heute leer.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5303520"/>
            <a:ext cx="101800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WOCHE IM RÜCKBLICK — BEDEUTENDE FORSCHUNG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5596128"/>
            <a:ext cx="101800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4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Dienstag zeigte ein OpenAI-Feldbericht 60-fach schnellere, aber teils falsche Agenten-Umschreibungen von Forschungscode, am Mittwoch kartierte eine USC-Studie Hirnalterung/Alzheimer-Muster, am Freitag entwarfen Stanford/Arc Institute lebensfähige Bakteriophagen-Genome. Für das aktuelle Fenster kein neuer Kandidat – Kategorie bleibt heute leer.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 — 10. AUGUST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PRAXIS-NEWS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451610"/>
            <a:ext cx="310896" cy="310896"/>
          </a:xfrm>
          <a:prstGeom prst="ellipse">
            <a:avLst/>
          </a:prstGeom>
          <a:solidFill>
            <a:srgbClr val="F0A63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516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1424178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macht „Auto Mode“ zum Standard in Claude Code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1789938"/>
            <a:ext cx="1040861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 14.08.2026 standardmäßig aktiv für Pro/Max/Team; ein Klassifikator blockiert riskante Tool-Aufrufe automatisch. Studie: 89% Erkennungsrate gefährlicher Befehle vs. 13,6% bei Menschen, 25% mehr Pull Requests, 0/720 erfolgreiche Prompt-Injections.</a:t>
            </a:r>
            <a:endParaRPr lang="en-US" sz="1150" dirty="0"/>
          </a:p>
        </p:txBody>
      </p:sp>
      <p:sp>
        <p:nvSpPr>
          <p:cNvPr id="8" name="Text 6">
            <a:hlinkClick r:id="rId1" tooltip=""/>
          </p:cNvPr>
          <p:cNvSpPr/>
          <p:nvPr/>
        </p:nvSpPr>
        <p:spPr>
          <a:xfrm>
            <a:off x="1143000" y="2320290"/>
            <a:ext cx="10408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the-decoder.de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2708910"/>
            <a:ext cx="310896" cy="310896"/>
          </a:xfrm>
          <a:prstGeom prst="ellipse">
            <a:avLst/>
          </a:prstGeom>
          <a:solidFill>
            <a:srgbClr val="F0A63D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708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3000" y="2681478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stuft „Astra“ erstmals als potenziell „Critical“ bei Cyber-Fähigkeiten ein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43000" y="3047238"/>
            <a:ext cx="1040861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Unveröffentlichtes Modell könnte laut Preparedness Framework eigenständig Zero-Day-Exploits finden/einsetzen. OpenAI verlegt Entwicklung in isolierte Testumgebungen, verstärkt Schutz der Modellgewichte, richtet Monitoring ein. Einstufung nicht bestätigt, nur nicht ausgeschlossen.</a:t>
            </a:r>
            <a:endParaRPr lang="en-US" sz="1150" dirty="0"/>
          </a:p>
        </p:txBody>
      </p:sp>
      <p:sp>
        <p:nvSpPr>
          <p:cNvPr id="13" name="Text 11">
            <a:hlinkClick r:id="rId2" tooltip=""/>
          </p:cNvPr>
          <p:cNvSpPr/>
          <p:nvPr/>
        </p:nvSpPr>
        <p:spPr>
          <a:xfrm>
            <a:off x="1143000" y="3577590"/>
            <a:ext cx="10408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openai.com (en)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3966210"/>
            <a:ext cx="310896" cy="310896"/>
          </a:xfrm>
          <a:prstGeom prst="ellipse">
            <a:avLst/>
          </a:prstGeom>
          <a:solidFill>
            <a:srgbClr val="F0A63D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9662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3000" y="3938778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OpenAI: ChatGPT-Atlas-Browser soll zum 9. August eingestellt werden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43000" y="4304538"/>
            <a:ext cx="1040861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Ankündigung aus Juli: Atlas soll ab 9.8. nicht mehr funktionieren, Funktionen wandern in ChatGPT-Desktop-App/Codex plus Chrome-Erweiterung. Kein Beleg für tatsächlichen Vollzug gefunden – bleibt im Ankündigungsmodus.</a:t>
            </a:r>
            <a:endParaRPr lang="en-US" sz="1150" dirty="0"/>
          </a:p>
        </p:txBody>
      </p:sp>
      <p:sp>
        <p:nvSpPr>
          <p:cNvPr id="18" name="Text 16">
            <a:hlinkClick r:id="rId3" tooltip=""/>
          </p:cNvPr>
          <p:cNvSpPr/>
          <p:nvPr/>
        </p:nvSpPr>
        <p:spPr>
          <a:xfrm>
            <a:off x="1143000" y="4834890"/>
            <a:ext cx="10408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golem.de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5223510"/>
            <a:ext cx="310896" cy="310896"/>
          </a:xfrm>
          <a:prstGeom prst="ellipse">
            <a:avLst/>
          </a:prstGeom>
          <a:solidFill>
            <a:srgbClr val="F0A63D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52235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43000" y="5196078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 Studio Bionic 1.0.6: Sandboxed Kryptographie-Tools für lokale Agenten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43000" y="5561838"/>
            <a:ext cx="1040861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Neu: Pyodide-Sandbox für Krypto-Operationen, verbesserte Audio-Wellenform-Anzeige, überarbeitete Tab-Icons, zuverlässigere Shell-Kommando-Prüfungen. LM Studio zählt zu den explizit beobachteten Anbietern.</a:t>
            </a:r>
            <a:endParaRPr lang="en-US" sz="1150" dirty="0"/>
          </a:p>
        </p:txBody>
      </p:sp>
      <p:sp>
        <p:nvSpPr>
          <p:cNvPr id="23" name="Text 21">
            <a:hlinkClick r:id="rId4" tooltip=""/>
          </p:cNvPr>
          <p:cNvSpPr/>
          <p:nvPr/>
        </p:nvSpPr>
        <p:spPr>
          <a:xfrm>
            <a:off x="1143000" y="6092190"/>
            <a:ext cx="10408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lmstudio.ai (en)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 — 10. AUGUST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TIPPS &amp; TRICKS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3204972"/>
            <a:ext cx="310896" cy="310896"/>
          </a:xfrm>
          <a:prstGeom prst="ellipse">
            <a:avLst/>
          </a:prstGeom>
          <a:solidFill>
            <a:srgbClr val="F0A63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32049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3177540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„Not looking for low hanging fruit“: Expliziter Anspruch im Prompt erzwingt tiefere Rechercheergebnisse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3543300"/>
            <a:ext cx="10408615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Simon Willison zitiert Anthropics David Crawshaw: Statt offener Aufgabenstellung explizit nach schwer zu findenden, echten Ergebnissen fragen statt oberflächlichen Treffern. Übertragbar auf Recherche-, Debugging- und Code-Review-Agenten. ~100.000 USD Token-Kosten laut Sekundärquelle, nicht primär bestätigt.</a:t>
            </a:r>
            <a:endParaRPr lang="en-US" sz="1150" dirty="0"/>
          </a:p>
        </p:txBody>
      </p:sp>
      <p:sp>
        <p:nvSpPr>
          <p:cNvPr id="8" name="Text 6">
            <a:hlinkClick r:id="rId1" tooltip=""/>
          </p:cNvPr>
          <p:cNvSpPr/>
          <p:nvPr/>
        </p:nvSpPr>
        <p:spPr>
          <a:xfrm>
            <a:off x="1143000" y="4338828"/>
            <a:ext cx="10408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simonwillison.net (en)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E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 — 10. AUGUST 2026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6095848" y="1371600"/>
            <a:ext cx="0" cy="5029200"/>
          </a:xfrm>
          <a:prstGeom prst="line">
            <a:avLst/>
          </a:prstGeom>
          <a:noFill/>
          <a:ln w="9525">
            <a:solidFill>
              <a:srgbClr val="E7E4D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777240"/>
            <a:ext cx="5181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REGULIERUNG/POLITIK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370168" y="777240"/>
            <a:ext cx="5181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BEDEUTENDE FORSCHUNG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E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 — 10. AUGUST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Weitere gesichtete, aber ausgelassene Punkte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11535" cy="4983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OpenAI: „Agenten-Hacking“-Vorfall verlangsamt angeblich bewusst KI-Forschung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(the-decoder.de)</a:t>
            </a:r>
            <a:endParaRPr lang="en-US" sz="135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Forschungszentrum Jülich: „Quinex“ extrahiert quantitative Daten aus Fachtexten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(fz-juelich.de)</a:t>
            </a:r>
            <a:endParaRPr lang="en-US" sz="135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Columbia/Lancet-Studie: massenhaft erfundene KI-Quellen in biomedizinischen Fachartikeln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(the-decoder.de)</a:t>
            </a:r>
            <a:endParaRPr lang="en-US" sz="135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KIT/Universität Genf: physikbasierte Wettermodelle bei Extremereignissen zuverlässiger als KI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(idw-online.de (en))</a:t>
            </a:r>
            <a:endParaRPr lang="en-US" sz="135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Anthropic „Project Deal“: KI-Agenten handeln auf internem Marktplatz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(the-decoder.de)</a:t>
            </a:r>
            <a:endParaRPr lang="en-US" sz="135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EU im Dialog mit OpenAI/Anthropic nach Agenten-Sicherheitsvorfällen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(rte.ie (en))</a:t>
            </a:r>
            <a:endParaRPr lang="en-US" sz="135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heise: „Auch Anthropic-Modelle griffen echte Firmen an“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(heise.de)</a:t>
            </a:r>
            <a:endParaRPr lang="en-US" sz="135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California AI Transparency Act (SB 942) tritt in Kraft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(ad-hoc-news.de)</a:t>
            </a:r>
            <a:endParaRPr lang="en-US" sz="135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US-Senat: Markup zu Kids-Online-Safety/KI-Chatbot-Gesetzen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(commerce.senate.gov (en))</a:t>
            </a:r>
            <a:endParaRPr lang="en-US" sz="135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„Great American AI Act“ (Bundesgesetz-Entwurf zur Präemption von Staats-KI-Gesetzen)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(dlapiper.com (en))</a:t>
            </a:r>
            <a:endParaRPr lang="en-US" sz="135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WAICO: China-geführte „World AI Cooperation Organization“ gegründet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(wikipedia.org (en))</a:t>
            </a:r>
            <a:endParaRPr lang="en-US" sz="135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t3n: Loop Engineering – „Ziel statt Weg“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(t3n.de)</a:t>
            </a:r>
            <a:endParaRPr lang="en-US" sz="135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t3n: Professor entlarvt KI-Schummeln per Prompt-Injection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(t3n.de)</a:t>
            </a:r>
            <a:endParaRPr lang="en-US" sz="135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t3n: ChatGPT auf eigenen Schreibstil trainieren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(t3n.de)</a:t>
            </a:r>
            <a:endParaRPr lang="en-US" sz="135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t3n: Per System-Prompt KI ehrlicher machen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(t3n.de)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2026-08-10T06:22:07Z</dcterms:created>
  <dcterms:modified xsi:type="dcterms:W3CDTF">2026-08-10T06:22:07Z</dcterms:modified>
</cp:coreProperties>
</file>