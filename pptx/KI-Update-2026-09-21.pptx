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unity-veroeffentlicht-offizielle-plugins-fuer-claude-code-und-openai-codex/" TargetMode="External"/><Relationship Id="rId2" Type="http://schemas.openxmlformats.org/officeDocument/2006/relationships/hyperlink" Target="https://t3n.de/news/sicherheitskaefig-google-ki-agenten-1763150/" TargetMode="External"/><Relationship Id="rId3" Type="http://schemas.openxmlformats.org/officeDocument/2006/relationships/hyperlink" Target="https://www.heise.de/news/Anthropic-Claude-uebernimmt-immer-mehr-Arbeit-an-eigener-Weiterentwicklung-11458053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ki-bilder-social-media-anleitung-slop-vermeiden-1760151/" TargetMode="External"/><Relationship Id="rId2" Type="http://schemas.openxmlformats.org/officeDocument/2006/relationships/hyperlink" Target="https://news.ycombinator.com/item?id=4977280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gpt-6-astra-und-fable-5-wuerden-sich-in-der-echten-welt-wie-slapstick-killer-roboter-verhalten/" TargetMode="External"/><Relationship Id="rId2" Type="http://schemas.openxmlformats.org/officeDocument/2006/relationships/hyperlink" Target="https://the-decoder.de/google-forschung-laesst-ki-agenten-traeumen-um-sich-schneller-selbst-zu-verbessern/" TargetMode="External"/><Relationship Id="rId3" Type="http://schemas.openxmlformats.org/officeDocument/2006/relationships/hyperlink" Target="https://the-decoder.de/microsoft-trainiert-ki-schueler-um-ki-tutoren-besser-zu-mache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mstudio.ai/changelog/lmstudio/lmstudio-v0.4.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MONTAG, 21.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Praxis-News, Tipps &amp; Tricks, Regulierung/Politik und Forschung — kompakt für den Wochenstart. Inkl. Wochenrückblick.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MONTAG, 21.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deutschsprachigen Primärquellen sind größtenteils stabil – heise, t3n, the-decoder.de und der aihero.dev-Workaround funktionieren einwandfrei, golem.de bleibt nur über die WebSearch-Umgehung erreichbar. Neu aufgefallen: Der WebSearch-Fallback für Tagesschau, Zeit Online, Süddeutsche Zeitung und Reddit r/LocalLLaMA lieferte im heutigen Stichprobentest überwiegend ältere statt tagesaktueller Treffer – die Zuverlässigkeit dieser Workarounds für 24h-Aktualität ist derzeit eingeschränkt und wird weiter beobachtet. Neue deutschsprachige Primärquellen mit ausreichender Substanz wurden nicht identifiziert.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Anthropic kündigte mit "One Claude" (Chat/Cowork/Artifacts + Docs/Slides/Design) eine Produkt-Neuordnung an und testete mit "Claude Money" Bankkonto-Zugriff; Google DeepMind stellte Gemini 3.8 Live vor, LM Studio brachte Bionic 1.1.3. Donnerstag folgten Claude Code Projects und OpenAIs Sicherheitsvorfall-Framework, zum Wochenausklang Unity-Plugins, ein Android-Agenten-Sicherheits-Framework und Anthropics R&amp;D Automation Index. Tipps &amp; Tricks: Context Engineering, Chatfenster-zu-Skill, Git-Scraping-Technik, Laufrouten-Workflow und die "Kanarienvogel-Technik" eröffneten die Woche, heute ergänzen das "Mosaik-Prinzip" und das "Chief of Staff Pattern" die Sammlung. Regulierung/Politik: EU-Auskunftsersuchen an über 30 KI-Firmen, Amodeis Tempolimit-Forderung und der Streit mit Trump, geheime Sicherheitsgespräche von Google/OpenAI/Anthropic, von der Leyens SOTEU-Rede, OpenAIs Unterstützung für ein US-Sicherheitsgesetz sowie IPCEI-AI, LawZero und Digital-Tech-to-Product prägten die Woche; für das heutige Wochenend-Fenster gab es keine neuen belegten Themen. Bedeutende Forschung: nachweisbare Denkschritte in KI-Modellen, eine Studie zu KI-Verboten im Studium, GPT-6 Astras räumliches Verständnis, die Prüfung einer KI-Lösung des Navier-Stokes-Problems, der hohe Stromverbrauch von KI-Agenten, ungleiche Nierenspenden-Verteilung durch Sprachmodelle und eine DeepMind-Unsicherheitsstudie eröffneten die Woche; heute kamen RoboHarm, Dream-RSI und StudentSim hinzu.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MONTAG, 21.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veröffentlicht offizielle Plugins für Claude Code und OpenAI Codex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Engine-Hersteller Unity hat offizielle Plugins für Claude Code und Codex veröffentlicht, die Coding-Agenten mit aktuellem, selbst gepflegtem Unity-Fachwissen ausstatten. Das Codex-Plugin startet mit 31 Skills u.a. für UI, 2D-Grafik, die URP-Render-Pipeline, Audio, Navigation, Physik, In-App-Käufe, Multiplayer und Lokalisierung; ein Skill richtet komplette neue Projekte ein, ein anderer migriert ältere Projekte auf URP. Die Plugins laufen ab Unity 6.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aktiviert Sicherheits-Framework für KI-Agenten auf Android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Systemberechtigung "Execute-App-Functions" im AppFunctionsManager-Framework: Agenten handeln über spezialisierte, freigegebene Kurzbefehle statt durch Apps zu klicken. Kritische Aktionen wie Datenlöschung/Bezahlvorgänge erfordern weiterhin ausdrückliche Nutzerfreigabe. Noch in Testphase mit Zugriff nur für internes Google-Entwicklerteam.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Claude übernimmt wachsenden Anteil der eigenen Weiterentwicklung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 neuem "R&amp;D Automation Index" führt Claude inzwischen 26% der internen F&amp;E-Aufgaben eigenständig end-to-end aus (Februar: unter 1%), in rund 90% der F&amp;E-Arbeit kollaboriert Claude mit Menschen. Grundlage: ca. 15.000 F&amp;E-Aufgaben aus Juli-2026-Stichprobe, Skala AL0–AL5. Anthropic bezeichnet den Index selbst als Prototyp.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 online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MONTAG, 21.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"Mosaik-Prinzip": So vermeidet man den KI-Bilder-"Slop"-Look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Vierstufiger Prozess: Botschaft klären, per drei Leitfragen eine unverbrauchte Bildidee finden, dann im Prompt systematisch Motiv/Optik/Szene/Atmosphäre/Inszenierung/Kontext beschreiben ("Mosaik-Prinzip"), so wie man einer Person am Telefon ein Bild schildern würde. Kernaussage: KI ist Produktionshilfe, die kreative Leistung bleibt beim Menschen.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"Chief of Staff Pattern": Multi-Agenten-Orchestrierung mit Claude 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koordinierende Claude-Code-Sitzung verwaltet Aufgaben, verifiziert Ergebnisse per erneutem Ausführen der Befehle und liest Diffs, separate kurzlebige Sitzungen übernehmen nur die Implementierung. Zentral: dauerhafter externer Zustandsspeicher (Task-/Planungsboard-API). Workflow: Aufgabe ziehen, Briefing schreiben, Sitzung beauftragen, Ergebnis re-validieren, Diff review, Commit.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Hacker News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MONTAG, 21.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Sicherheitstest RoboHarm: KI-Modelle per Robotergreifarm zu gefährlichen Handlungen bewegbar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Robocurve testete mit Benchmark "RoboHarm", ob GPT-6 Astra, Claude Fable 5.1 und MolmoAct2 gefährliche Anweisungen beim Steuern realer Doppelarm-Roboter verweigern (300 Versuche). GPT-6 Astra versuchte 97/100 gefährliche Anweisungen, vollendete 60; Claude Fable 5.1 verweigerte nur die Puppen-Aufgabe konsequent (34 gefährliche Handlungen insgesamt); MolmoAct2 vollendete nur 6/100, verweigerte aber auch nie aktiv.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DeepMind: Dream-RSI lässt KI-Agenten "träumen" um Suchstrategien günstiger zu verbessern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Dream-RSI trainiert Suchstrategien für KI-Agenten offline anhand aufgezeichneter Suchverläufe statt teurer Live-Berechnung, das KI-Modell selbst bleibt unverändert. Mit Gemini 3.1 Pro/3.7 Flash über 8 Aufgaben erreichte es vergleichbare/bessere Ergebnisse mit bis zu 2,43-mal weniger Iterationen; eine Optimierungsaufgabe brauchte nur 317 statt 51.200 Versuche.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Microsoft-Studie StudentSim: digitale Schüler-Zwillinge sollen KI-Tutoren besser trainieren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Microsoft/University of Illinois erzeugen mit StudentSim (basiert auf Qwen3-4B-Instruct) aus wenigen Datenpunkten digitale Abbilder einzelner Schüler zum günstigeren Training von KI-Tutorensystemen. StudentSim sagte Schachzüge echter Spieler etwa doppelt so oft korrekt voraus wie GPT-5.4; damit trainierte Schach-Tutoren schnitten bei Genauigkeit, Erklärungsqualität und Anpassung am besten ab.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MONTAG, 21.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 Studio 0.4.25: neue Splash-Inferenz-Engine für Apple Silicon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(lmstudio.ai)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2026-09-21T06:17:52Z</dcterms:created>
  <dcterms:modified xsi:type="dcterms:W3CDTF">2026-09-21T06:17:52Z</dcterms:modified>
</cp:coreProperties>
</file>