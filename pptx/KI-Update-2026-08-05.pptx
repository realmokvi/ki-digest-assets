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openrouter.ai/blog/announcements/ori-eval/" TargetMode="External"/><Relationship Id="rId2" Type="http://schemas.openxmlformats.org/officeDocument/2006/relationships/hyperlink" Target="https://simonwillison.net/2026/Aug/4/new-release-of-llm/"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Raus-aus-dem-Chat-So-entwickeln-Sie-wiederverwendbare-Prompts-fuer-KI-Workflows-11377370.html"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e.dataconomy.com/2026/08/04/neue-ki-koennte-alzheimer-frueher-erkennen/"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orrectiv.org/datenschutz/2026/08/03/ki-test-so-einfach-lassen-sich-nachrichten-mit-chatgpt-und-co-faelschen/" TargetMode="External"/><Relationship Id="rId2" Type="http://schemas.openxmlformats.org/officeDocument/2006/relationships/hyperlink" Target="https://www.cbsnews.com/news/trump-ai-framework-finalized/"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05.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Praxis-News, Tipps &amp; Tricks, Regulierung,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05. AUGUST 2026</a:t>
            </a:r>
            <a:endParaRPr lang="en-US" sz="1100" dirty="0"/>
          </a:p>
        </p:txBody>
      </p:sp>
      <p:sp>
        <p:nvSpPr>
          <p:cNvPr id="3" name="Shape 1"/>
          <p:cNvSpPr/>
          <p:nvPr/>
        </p:nvSpPr>
        <p:spPr>
          <a:xfrm>
            <a:off x="640080" y="822960"/>
            <a:ext cx="10911535" cy="777240"/>
          </a:xfrm>
          <a:prstGeom prst="roundRect">
            <a:avLst>
              <a:gd name="adj" fmla="val 7059"/>
            </a:avLst>
          </a:prstGeom>
          <a:solidFill>
            <a:srgbClr val="FFF2DF"/>
          </a:solidFill>
          <a:ln w="12700">
            <a:solidFill>
              <a:srgbClr val="D97706"/>
            </a:solidFill>
            <a:prstDash val="solid"/>
          </a:ln>
        </p:spPr>
      </p:sp>
      <p:sp>
        <p:nvSpPr>
          <p:cNvPr id="4" name="Text 2"/>
          <p:cNvSpPr/>
          <p:nvPr/>
        </p:nvSpPr>
        <p:spPr>
          <a:xfrm>
            <a:off x="914400" y="896112"/>
            <a:ext cx="10362895" cy="640080"/>
          </a:xfrm>
          <a:prstGeom prst="rect">
            <a:avLst/>
          </a:prstGeom>
          <a:noFill/>
          <a:ln/>
        </p:spPr>
        <p:txBody>
          <a:bodyPr wrap="square" rtlCol="0" anchor="ctr"/>
          <a:lstStyle/>
          <a:p>
            <a:pPr indent="0" marL="0">
              <a:buNone/>
            </a:pPr>
            <a:r>
              <a:rPr lang="en-US" sz="1400" b="1" dirty="0">
                <a:solidFill>
                  <a:srgbClr val="8A4B02"/>
                </a:solidFill>
                <a:latin typeface="Calibri" pitchFamily="34" charset="0"/>
                <a:ea typeface="Calibri" pitchFamily="34" charset="-122"/>
                <a:cs typeface="Calibri" pitchFamily="34" charset="-120"/>
              </a:rPr>
              <a:t>⚠ Technischer Hinweis: WebFetch war heute für praktisch jeden geprüften Host durchgehend mit HTTP 403 blockiert (u. a. the-decoder.de, heise.de). Alle verwendeten Fakten wurden stattdessen über mehrere unabhängige Websuche-Treffer je Fakt kreuzverifiziert; keine Kategorie musste deswegen leer bleiben.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05.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947672"/>
            <a:ext cx="310896" cy="310896"/>
          </a:xfrm>
          <a:prstGeom prst="ellipse">
            <a:avLst/>
          </a:prstGeom>
          <a:solidFill>
            <a:srgbClr val="F0A63D"/>
          </a:solidFill>
          <a:ln/>
        </p:spPr>
      </p:sp>
      <p:sp>
        <p:nvSpPr>
          <p:cNvPr id="5" name="Text 3"/>
          <p:cNvSpPr/>
          <p:nvPr/>
        </p:nvSpPr>
        <p:spPr>
          <a:xfrm>
            <a:off x="640080" y="19476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9202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OpenRouter stellt „Ori Eval“ vor: automatisierte Modell-Auswahl für Agenten-Workloads</a:t>
            </a:r>
            <a:endParaRPr lang="en-US" sz="1500" dirty="0"/>
          </a:p>
        </p:txBody>
      </p:sp>
      <p:sp>
        <p:nvSpPr>
          <p:cNvPr id="7" name="Text 5"/>
          <p:cNvSpPr/>
          <p:nvPr/>
        </p:nvSpPr>
        <p:spPr>
          <a:xfrm>
            <a:off x="1143000" y="22860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OpenRouter hat mit „Ori Eval“ ein Tool vorgestellt, das den eigenen Code nach allen Stellen durchsucht, an denen ein KI-Modell aufgerufen wird, und dort automatisch mehrere aktuelle Kandidatenmodelle gegen echte Aufgaben aus dem Projekt testet. Im interaktiven Setup fragt Ori Eval ab, worauf es ankommt (Kosten, Tool-Aufruf-Genauigkeit, Latenz) und wählt passend dazu die fünf neuesten Modelle aus; bei Agenten prüft es zusätzlich, ob korrekte Tools aufgerufen und keine nicht autorisierten Aktionen ausgeführt wurden. Englische Quelle (offizieller OpenRouter-Blog), keine deutsche Berichterstattung im Zeitfenster gefunden.</a:t>
            </a:r>
            <a:endParaRPr lang="en-US" sz="1150" dirty="0"/>
          </a:p>
        </p:txBody>
      </p:sp>
      <p:sp>
        <p:nvSpPr>
          <p:cNvPr id="8" name="Text 6">
            <a:hlinkClick r:id="rId1" tooltip=""/>
          </p:cNvPr>
          <p:cNvSpPr/>
          <p:nvPr/>
        </p:nvSpPr>
        <p:spPr>
          <a:xfrm>
            <a:off x="1143000" y="30815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openrouter.ai</a:t>
            </a:r>
            <a:endParaRPr lang="en-US" sz="1050" dirty="0"/>
          </a:p>
        </p:txBody>
      </p:sp>
      <p:sp>
        <p:nvSpPr>
          <p:cNvPr id="9" name="Shape 7"/>
          <p:cNvSpPr/>
          <p:nvPr/>
        </p:nvSpPr>
        <p:spPr>
          <a:xfrm>
            <a:off x="640080" y="4462272"/>
            <a:ext cx="310896" cy="310896"/>
          </a:xfrm>
          <a:prstGeom prst="ellipse">
            <a:avLst/>
          </a:prstGeom>
          <a:solidFill>
            <a:srgbClr val="F0A63D"/>
          </a:solidFill>
          <a:ln/>
        </p:spPr>
      </p:sp>
      <p:sp>
        <p:nvSpPr>
          <p:cNvPr id="10" name="Text 8"/>
          <p:cNvSpPr/>
          <p:nvPr/>
        </p:nvSpPr>
        <p:spPr>
          <a:xfrm>
            <a:off x="640080" y="44622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44348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LLM 0.32: Simon Willisons CLI-Tool bekommt Reasoning-Traces und Server-Side-Tools</a:t>
            </a:r>
            <a:endParaRPr lang="en-US" sz="1500" dirty="0"/>
          </a:p>
        </p:txBody>
      </p:sp>
      <p:sp>
        <p:nvSpPr>
          <p:cNvPr id="12" name="Text 10"/>
          <p:cNvSpPr/>
          <p:nvPr/>
        </p:nvSpPr>
        <p:spPr>
          <a:xfrm>
            <a:off x="1143000" y="48006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Simon Willison hat Version 0.32 seines Kommandozeilen-Tools „LLM“ veröffentlicht – nach eigener Einschätzung das bedeutendste Update seit dem ursprünglichen Launch. Reasoning-Modelle zeigen ihre Denkschritte jetzt auf Standard Error statt in der normalen Ausgabe. Neu: Out-of-the-box-Unterstützung für GPT-5.6 (Standardmodell jetzt GPT-5.6 Luna) sowie serverseitige Tools wie OpenAIs Code-Ausführungsumgebung und WebSearch-Tool. Englische Quelle (simonwillison.net, Sekundärquellenliste).</a:t>
            </a:r>
            <a:endParaRPr lang="en-US" sz="1150" dirty="0"/>
          </a:p>
        </p:txBody>
      </p:sp>
      <p:sp>
        <p:nvSpPr>
          <p:cNvPr id="13" name="Text 11">
            <a:hlinkClick r:id="rId2" tooltip=""/>
          </p:cNvPr>
          <p:cNvSpPr/>
          <p:nvPr/>
        </p:nvSpPr>
        <p:spPr>
          <a:xfrm>
            <a:off x="1143000" y="55961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05.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3204972"/>
            <a:ext cx="310896" cy="310896"/>
          </a:xfrm>
          <a:prstGeom prst="ellipse">
            <a:avLst/>
          </a:prstGeom>
          <a:solidFill>
            <a:srgbClr val="F0A63D"/>
          </a:solidFill>
          <a:ln/>
        </p:spPr>
      </p:sp>
      <p:sp>
        <p:nvSpPr>
          <p:cNvPr id="5" name="Text 3"/>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Aus bewährten Chat-Verläufen wiederverwendbare Prompt-Vorlagen bauen</a:t>
            </a:r>
            <a:endParaRPr lang="en-US" sz="1500" dirty="0"/>
          </a:p>
        </p:txBody>
      </p:sp>
      <p:sp>
        <p:nvSpPr>
          <p:cNvPr id="7" name="Text 5"/>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heise online zeigt, wie sich einzelne, erfolgreich verlaufene KI-Chats systematisch in wiederverwendbare Prompt-Vorlagen umwandeln lassen. Sobald ein Chatverlauf zu einer wiederkehrenden Aufgabe ein gutes Ergebnis liefert, wird daraus eine Vorlage extrahiert, schrittweise verfeinert und in eine persönliche Prompt-Bibliothek aufgenommen. Aus einzelnen Vorlagen entstehen mit wachsender Aufgabenkomplexität durchdachte Prompt-Ketten und produktive KI-Workflows für wiederkehrende Aufgaben.</a:t>
            </a:r>
            <a:endParaRPr lang="en-US" sz="1150" dirty="0"/>
          </a:p>
        </p:txBody>
      </p:sp>
      <p:sp>
        <p:nvSpPr>
          <p:cNvPr id="8" name="Text 6">
            <a:hlinkClick r:id="rId1"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05.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6" name="Text 4"/>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USC-Studie: KI-Modell kartiert regionale Hirnalterung und findet frühe Alzheimer-Muster</a:t>
            </a:r>
            <a:endParaRPr lang="en-US" sz="1500" dirty="0"/>
          </a:p>
        </p:txBody>
      </p:sp>
      <p:sp>
        <p:nvSpPr>
          <p:cNvPr id="7" name="Text 5"/>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Forschende der USC Leonard Davis School of Gerontology um Andrei Irimia haben laut dataconomy.de ein KI-Modell entwickelt, das anhand von MRT-Aufnahmen von fast 15.000 kognitiv gesunden Personen lernt, wie alt einzelne Hirnregionen im Vergleich zum chronologischen Alter „aussehen“, und daraus detaillierte Karten der regionalen Hirnalterung erstellt. Bei Personen mit leichter kognitiver Beeinträchtigung oder Alzheimer zeigte das Modell deutlich stärker beschleunigte Alterung in Regionen wie Hippocampus und Amygdala. Die Studie erschien laut USC-Pressemitteilung vom 3. August 2026 in PNAS.</a:t>
            </a:r>
            <a:endParaRPr lang="en-US" sz="1200" dirty="0"/>
          </a:p>
        </p:txBody>
      </p:sp>
      <p:sp>
        <p:nvSpPr>
          <p:cNvPr id="8" name="Text 6">
            <a:hlinkClick r:id="rId1"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dataconomy.de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05.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CORRECTIV-Test: ChatGPT und Gemini erstellen bereitwillig gefälschte Nachrichten-Grafiken, Meta AI verweigert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(correctiv.org)</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Trump-Regierung stellt Rahmenwerk zur freiwilligen Prüfung von Grenzmodellen fertig (Details unklar)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(cbsnews.com)</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2026-08-05T06:15:10Z</dcterms:created>
  <dcterms:modified xsi:type="dcterms:W3CDTF">2026-08-05T06:15:10Z</dcterms:modified>
</cp:coreProperties>
</file>