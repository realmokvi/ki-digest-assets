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the-decoder.de/openai-fixt-codex-bug-der-ungefragt-echte-nutzerdateien-loeschte/" TargetMode="External"/><Relationship Id="rId2" Type="http://schemas.openxmlformats.org/officeDocument/2006/relationships/hyperlink" Target="https://www.heise.de/news/OpenAI-startet-Werbegeschaeft-in-Deutschland-und-Europa-11419269.html" TargetMode="External"/><Relationship Id="rId3" Type="http://schemas.openxmlformats.org/officeDocument/2006/relationships/hyperlink" Target="https://platform.claude.com/docs/en/release-notes/api"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the-decoder.de/claude-steuert-dutzende-forschungstools-selbststaendig-und-entwickelt-bausteine-fuer-neue-medikamente/"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Privacy-Gateway-Filter-entfernt-sensible-Daten-bevor-sie-ChatGPT-erreichen-11419501.html" TargetMode="External"/><Relationship Id="rId2" Type="http://schemas.openxmlformats.org/officeDocument/2006/relationships/hyperlink" Target="https://www.heise.de/ratgeber/Lokale-KI-schneller-machen-So-zuenden-Sie-den-LLM-Turbo-11417238.html" TargetMode="External"/><Relationship Id="rId3" Type="http://schemas.openxmlformats.org/officeDocument/2006/relationships/hyperlink" Target="https://www.heise.de/hintergrund/Vibe-Coding-im-Selbstversuch-Ein-Anfaenger-baut-eine-Sprachlern-App-11417568.html" TargetMode="External"/><Relationship Id="rId4" Type="http://schemas.openxmlformats.org/officeDocument/2006/relationships/hyperlink" Target="https://simonwillison.net/2026/Aug/19/smolmachines-untrusted-sandbox/" TargetMode="External"/><Relationship Id="rId5" Type="http://schemas.openxmlformats.org/officeDocument/2006/relationships/hyperlink" Target="https://simonwillison.net/2026/Aug/19/conceptual-integrity-and-counting-lines-of-code/" TargetMode="External"/><Relationship Id="rId6" Type="http://schemas.openxmlformats.org/officeDocument/2006/relationships/hyperlink" Target="https://simonwillison.net/2026/Aug/19/jeremy-morrell/" TargetMode="External"/><Relationship Id="rId7" Type="http://schemas.openxmlformats.org/officeDocument/2006/relationships/hyperlink" Target="https://www.aihero.dev/skills-implement" TargetMode="External"/><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20.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Der tägliche KI-Digest für Praxis, Regulierung und Forschung</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565C68"/>
                </a:solidFill>
                <a:latin typeface="Calibri" pitchFamily="34" charset="0"/>
                <a:ea typeface="Calibri" pitchFamily="34" charset="-122"/>
                <a:cs typeface="Calibri" pitchFamily="34" charset="-120"/>
              </a:rPr>
              <a:t>—</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1</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20. AUGUST 2026</a:t>
            </a:r>
            <a:endParaRPr lang="en-US" sz="1100" dirty="0"/>
          </a:p>
        </p:txBody>
      </p:sp>
      <p:sp>
        <p:nvSpPr>
          <p:cNvPr id="3" name="Shape 1"/>
          <p:cNvSpPr/>
          <p:nvPr/>
        </p:nvSpPr>
        <p:spPr>
          <a:xfrm>
            <a:off x="640080" y="822960"/>
            <a:ext cx="10911535" cy="777240"/>
          </a:xfrm>
          <a:prstGeom prst="roundRect">
            <a:avLst>
              <a:gd name="adj" fmla="val 7059"/>
            </a:avLst>
          </a:prstGeom>
          <a:solidFill>
            <a:srgbClr val="FFF2DF"/>
          </a:solidFill>
          <a:ln w="12700">
            <a:solidFill>
              <a:srgbClr val="D97706"/>
            </a:solidFill>
            <a:prstDash val="solid"/>
          </a:ln>
        </p:spPr>
      </p:sp>
      <p:sp>
        <p:nvSpPr>
          <p:cNvPr id="4" name="Text 2"/>
          <p:cNvSpPr/>
          <p:nvPr/>
        </p:nvSpPr>
        <p:spPr>
          <a:xfrm>
            <a:off x="914400" y="896112"/>
            <a:ext cx="10362895" cy="640080"/>
          </a:xfrm>
          <a:prstGeom prst="rect">
            <a:avLst/>
          </a:prstGeom>
          <a:noFill/>
          <a:ln/>
        </p:spPr>
        <p:txBody>
          <a:bodyPr wrap="square" rtlCol="0" anchor="ctr"/>
          <a:lstStyle/>
          <a:p>
            <a:pPr indent="0" marL="0">
              <a:buNone/>
            </a:pPr>
            <a:r>
              <a:rPr lang="en-US" sz="1400" b="1" dirty="0">
                <a:solidFill>
                  <a:srgbClr val="8A4B02"/>
                </a:solidFill>
                <a:latin typeface="Calibri" pitchFamily="34" charset="0"/>
                <a:ea typeface="Calibri" pitchFamily="34" charset="-122"/>
                <a:cs typeface="Calibri" pitchFamily="34" charset="-120"/>
              </a:rPr>
              <a:t>⚠ Technische Auffälligkeit: WebSearch blockierte bei der Recherche zur Kategorie Regulierung/Politik die Domains zeit.de, sueddeutsche.de und tagesschau.de vollständig ("domain not accessible to our user agent"). Trotz umfangreicher Ersatzrecherche konnte im 24h-Fenster kein Kandidat mit ausreichender Quellenlage gefunden werden; die Kategorie bleibt heute leer. Es ist nicht auszuschließen, dass auf einer der blockierten Domains eine relevante Meldung erschienen ist.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20.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behebt kritischen Codex-Bug, der Nutzerdateien löschte</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OpenAI hat einen Fehler im Coding-Assistenten Codex (im Zusammenspiel mit dem Modell GPT-5.6 Sol) behoben, bei dem ein eigentlich nur für temporäre Arbeitsdateien gedachter Löschbefehl durch zweckentfremdete Systemvariablen wie $HOME auf das echte Heimverzeichnis zeigte und dort reale Nutzerdateien löschte. Betroffen war laut OpenAI eine kleine Anzahl von Nutzer:innen; als Gegenmaßnahmen führte das Unternehmen eine Vorab-Prüfung von Löschzielen, isolierte temporäre Ordner und strengere Prüfungen riskanter Löschbefehle ein. Zusätzlich empfiehlt OpenAI die Nutzung des Sandbox-Modus.</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startet ChatGPT-Werbegeschäft in Deutschland und Europa</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Ab dem 24. August 2026 schaltet OpenAI Werbeanzeigen in ChatGPT für 31 europäische Märkte frei, darunter Deutschland, Österreich und die Schweiz. Betroffen sind nur Free- und Go-Nutzer:innen, Plus/Pro/Enterprise bleiben werbefrei. Personalisierte Werbung ist in der EU zunächst deaktiviert; genutzt werden nur aktuelle Gesprächsinhalte sowie grobe Angaben wie Standort, Sprache und Gerätetyp. Zum Start kooperiert OpenAI mit Publicis, WPP, Omnicom und Havas.</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Files API, Agent Skills und Admin API generell verfügbar</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drei bislang als Beta gekennzeichnete Funktionen der Claude Developer Platform freigegeben: Files API (/v1/files, 1 TB Speicherlimit/Org, 500 Requests/Minute), Agent Skills inkl. Skills-API (/v1/skills), sowie für Enterprise-Organisationen die Admin-API-Endpunkte zur Nutzerverwaltung. Alle drei benötigen keinen Beta-Header mehr.</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platform.claude.com (englisch)</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20.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6" name="Text 4"/>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Claude entwirft eigenständig Protein-Wirkstoffkandidaten</a:t>
            </a:r>
            <a:endParaRPr lang="en-US" sz="1500" dirty="0"/>
          </a:p>
        </p:txBody>
      </p:sp>
      <p:sp>
        <p:nvSpPr>
          <p:cNvPr id="7" name="Text 5"/>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Anthropic zeigt, dass die Modelle Mythos Preview und Opus 4.8 eigenständig Minibinder (kleine, gezielt an ein Zielprotein andockende Proteine) entwarfen und dabei selbstständig Laborsoftware installierten und bedienten. Bei 15 auswertbaren Zielproteinen gelangen 14 funktionierende Bindungen; von 1.320 getesteten Entwürfen banden 354 (26,8 %) gegenüber sonst üblichen 10-15 %. Im Wettbewerb RBX1 erzielte Claude 28 von 90 möglichen Treffern (Feld gesamt: 9 von 245), das beste Design band mit 3,9 nM zehnmal stärker als der Wettbewerbssieger (45 nM). Extern validiert durch Adaptyv Bio und Twist Bioscience.</a:t>
            </a:r>
            <a:endParaRPr lang="en-US" sz="1200" dirty="0"/>
          </a:p>
        </p:txBody>
      </p:sp>
      <p:sp>
        <p:nvSpPr>
          <p:cNvPr id="8" name="Text 6">
            <a:hlinkClick r:id="rId1"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20.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Privacy Gateway: Filter entfernt sensible Daten vor ChatGPT-Anfragen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Lokale KI schneller machen: So zünden Sie den LLM-Turbo</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Vibe-Coding im Selbstversuch: Anfänger baut eine Sprachlern-App</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Simon Willison: smolmachines/smolvm als Sandbox-Workaround via GitHub Actions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Simon Willison: Conceptual integrity and counting lines of code</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Jeremy Morrell: Extensible Software in the Age of LLMs</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aihero.dev "/implement"-Skill</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(aihero.dev)</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2026-08-20T06:17:24Z</dcterms:created>
  <dcterms:modified xsi:type="dcterms:W3CDTF">2026-08-20T06:17:24Z</dcterms:modified>
</cp:coreProperties>
</file>