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Blume-erstellt-komplette-Dokus-im-Web-aus-einer-Markdown-Datei-11443664.html" TargetMode="External"/><Relationship Id="rId2" Type="http://schemas.openxmlformats.org/officeDocument/2006/relationships/hyperlink" Target="https://www.heise.de/news/Ausprobiert-Ugreen-HomeAgent-kreuzt-NAS-mit-Smart-Home-Hub-und-lokaler-KI-11444016.html" TargetMode="External"/><Relationship Id="rId3" Type="http://schemas.openxmlformats.org/officeDocument/2006/relationships/hyperlink" Target="https://the-decoder.de/alibabas-fahr-ki-erklaert-warum-sie-bremst-aber-die-begruendung-stimmt-nicht-immer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ki-designter-wirkstoff-zeigt-hinweise-auf-biologische-verjuengung/" TargetMode="External"/><Relationship Id="rId2" Type="http://schemas.openxmlformats.org/officeDocument/2006/relationships/hyperlink" Target="https://www.frontiersin.org/journals/language-sciences/articles/10.3389/flang.2026.1929126/ful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ki-agent-steuert-sich-durch-portal-gpt-6-astra-meistert-das-komplette-spiel-ohne-menschliche-hilfe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SEPTEMBER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tägliche KI-Digest – Praxis-News, Tipps &amp; Tricks, Regulierung/Politik, Forschung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08.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5285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285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5011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Blume: Open-Source-Tool erzeugt komplette Web-Doku aus einer Markdown-Datei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8669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Astro/Vite-basiertes Open-Source-Tool (Hayden Bleasel) generiert Web-Dokumentationen mit Navigation/Suche aus Markdown, 36 Sprachen, SEO, OpenAPI/AsyncAPI-Integration sowie llms.txt-Anbindung und eigenem MCP-Server für KI-Agenten; Migrationsfunktion blume-migrate für Docusaurus/Mintlify.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6624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2049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4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31775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Ugreen HomeAgent: NAS trifft Smart-Home-Hub mit lokaler KI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5433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Hybrid-Geräte (HA100, HA100 Pro, MasterAgent MA100 mit Rockchip RK3588/CIX CP8180/Nvidia Jetson Thor) kombinieren NAS-Speicher, Smart-Home-Steuerung und lokal laufendes Qwen-Sprachmodell ohne Cloud-Anbindung, Sprachassistent 'Uliya', Matter-Unterstützung; Preise von rund 1.800 bis knapp 20.000 US-Dollar.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43388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8813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813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48539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 stellt Fahr-KI Qwen-Drive-1.0 vor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52197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 vereint Umgebungserfassung, Verkehrsverständnis und Fahrplanung für autonomes Fahren; zusätzliche 3D-Kartierungs-/Routenplanungsmodule senkten die Rate des Fahrbahnabkommens in Simulationen von 24 auf 12 Prozent, die vom Modell gegebene Begründung für Fahrentscheidungen passt aber nicht immer zur tatsächlichen Ursache.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60152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08. SEPTEMBER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KI-designter Wirkstoff zeigt Hinweise auf biologische Verjüngung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Insilico Medicine untersuchte in randomisierter, placebokontrollierter Studie mit 42 Patienten den KI-designten Wirkstoff Rentosertib (Phase III); sechs unabhängige KI-'Alterungsuhren' zeigten bei Behandelten niedrigeres biologisches Alter als unter Placebo, bis zu 6 Jahre Reduktion in Woche 4. Nature Biotechnology, DOI: 10.1038/s41587-026-03286-y.</a:t>
            </a:r>
            <a:endParaRPr lang="en-US" sz="12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70168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Grenzen von KI-Chatbots bei der Sprachanalyse von Kindern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0168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Colorado Boulder verglich vier KI-Chatbots (ChatGPT, Copilot, MagicSchool, Gemini) mit der Fachsoftware SALT bei sprachlichen Mikrostruktur-Maßen aus Erzählproben von 84 Kindern; einfache Zählmaße stimmten stark überein (β=0,90-0,98), komplexere syntaktische Maße deutlich schwächer (β=0,43-0,70). Warnung vor klinischem Einsatz ohne weitere Validierung.</a:t>
            </a:r>
            <a:endParaRPr lang="en-US" sz="12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6370168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frontiersin.org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08. SEPTEMBER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GPT-6 Astra spielt "Portal" komplett eigenständig durch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2026-09-08T06:20:39Z</dcterms:created>
  <dcterms:modified xsi:type="dcterms:W3CDTF">2026-09-08T06:20:39Z</dcterms:modified>
</cp:coreProperties>
</file>