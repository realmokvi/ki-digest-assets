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ki-lebenszeichen-aus-deutschland-aleph-alpha-veroeffentlicht-deutsch-englisches-sprachmodell-kolibri/" TargetMode="External"/><Relationship Id="rId2" Type="http://schemas.openxmlformats.org/officeDocument/2006/relationships/hyperlink" Target="https://www.heise.de/news/IBM-Bob-COBOL-trifft-KI-ohne-Umweg-ueber-die-Cloud-11475819.html" TargetMode="External"/><Relationship Id="rId3" Type="http://schemas.openxmlformats.org/officeDocument/2006/relationships/hyperlink" Target="https://the-decoder.de/openai-versieht-chatgpt-texte-mit-unsichtbarem-wasserzeichen/"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Anthropic-Pentagon-vollendet-Abschied-Meta-und-Microsoft-schraenken-Nutzung-ein-11476932.html" TargetMode="External"/><Relationship Id="rId2" Type="http://schemas.openxmlformats.org/officeDocument/2006/relationships/hyperlink" Target="https://www.heise.de/news/Kalifornien-zwingt-OpenAI-zur-Herausgabe-von-Hugging-Face-Akten-11476501.html" TargetMode="External"/><Relationship Id="rId3" Type="http://schemas.openxmlformats.org/officeDocument/2006/relationships/hyperlink" Target="https://t3n.de/news/was-siehst-du-gerade-ki-tool-kann-aus-mrt-scans-deines-gehirns-ein-bild-davon-machen-1766379/" TargetMode="External"/><Relationship Id="rId4" Type="http://schemas.openxmlformats.org/officeDocument/2006/relationships/hyperlink" Target="https://www.heise.de/news/Existenzielle-Gefahr-Flut-an-KI-generierten-Einreichungen-bedroht-arXiv-11476115.html" TargetMode="External"/><Relationship Id="rId5" Type="http://schemas.openxmlformats.org/officeDocument/2006/relationships/hyperlink" Target="https://the-decoder.de/mit-bericht-fordert-radikale-neuordnung-der-hochschulbildung-wegen-generativer-ki/" TargetMode="External"/><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reka-ais-omni-modell-rho-1-vereint-text-bild-video-und-robotersteuerung-in-einem-einzigen-modell/" TargetMode="External"/><Relationship Id="rId2" Type="http://schemas.openxmlformats.org/officeDocument/2006/relationships/hyperlink" Target="https://the-decoder.de/openai-testet-anzeigen-in-chatgpt-die-waehrend-der-bilderzeugung-erscheinen/" TargetMode="External"/><Relationship Id="rId3" Type="http://schemas.openxmlformats.org/officeDocument/2006/relationships/hyperlink" Target="https://www.heise.de/news/software-architektur-tv-Der-Architektur-Turing-Test-11476349.html" TargetMode="External"/><Relationship Id="rId4" Type="http://schemas.openxmlformats.org/officeDocument/2006/relationships/hyperlink" Target="https://t3n.de/news/warum-die-spannendsten-ki-agenten-ziemlich-langweilige-aufgaben-erledigen-1765900/"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06.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Überblick zu KI-Praxis,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06.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Aleph Alpha veröffentlicht Sprachmodell Kolibri</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deutsche Unternehmen Aleph Alpha hat mit Kolibri ein deutsch-englisches Sprachmodell veröffentlicht, das dank Mixture-of-Experts-Architektur von 78 Milliarden Parametern insgesamt nur rund 3 Milliarden Parameter pro Token aktiviert. 21,3 Prozent der Trainingsdaten sind laut Aleph Alpha Deutsch; das Modell verarbeitet Kontexte bis zu 1 Million Token und wurde auf 768 B200-GPUs in Deutschland und Finnland trainiert. Die Modellgewichte stehen unter Apache-2.0-Lizenz auf Hugging Face bereit, Zielbranchen sind laut Aleph Alpha öffentliche Verwaltung, Luftfahrt und Industrie mit Fokus auf EU-AI-Act-Konformität.</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IBM bietet KI-IDE Bob jetzt auch self-hosted an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IBMs KI-native IDE Bob (basiert auf VS Code und watsonx Code Assistant, agentenbasierter Partner u.a. für COBOL-, RPG- und Java-Modernisierung) ist jetzt zusätzlich als selbstgehostete Option verfügbar - lauffähig in On-Premises-, Private-Cloud-, Sovereign-Cloud- und Air-Gapped-Umgebungen, sodass Code, Daten und Workflows die kontrollierte Infrastruktur nicht verlassen müssen. Zielgruppe sind laut IBM Organisationen mit sensiblem Code oder regulierten, geschäftskritischen Infrastrukturen, etwa im Finanzsektor oder bei Legacy-COBOL-Systemen.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führt unsichtbares Text-Wasserzeichen "textGrain" ein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bettet mit textGrain Signale in die Wortwahl von KI-Text ein (ähnlich Anthropics SynthID). ChatGPT- und Codex-Nutzer in der EU erhalten es in den kommenden Wochen automatisch zur Erfüllung der AI-Act-Transparenzpflichten; API-Kunden weltweit können es optional (standardmäßig aus) aktivieren. Die Erkennungsraten schwanken stark: bei 400-Token-Texten zu psychologischen Themen rund 95 Prozent, bei mathematischen Inhalten nur rund 60 Prozent; bei 25 Prozent Wortersatz fällt die Erkennung auf unter 20 Prozent. Detektor-Zugang ist aktuell nur ausgewählten Forschern per Bewerbung vorbehalten.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06.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Pentagon beendet Nutzung von Anthropics Claude</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US-Verteidigungsministerium hat laut einem BBC-Bericht die Nutzung von Claude vollständig beendet, nachdem das Modell bis wenige Tage zuvor noch zur Auswertung großer Datenmengen im Militäreinsatz genutzt wurde. Hintergrund: Anthropic bestand auf vertraglichen Ausschlüssen für Massenüberwachung von US-Bürgern und Einsatz in autonomen Waffensystemen, das Pentagon lehnte ab und hatte Anthropic zuvor als Sicherheitsrisiko eingestuft - eine Kategorie, die laut Bericht historisch Staaten wie China vorbehalten war. Parallel sollen laut Bericht auch Microsoft (interne Claude-Ausgaben rund ein Drittel unter der erwarteten Milliarden-Dollar-Marke) und Meta (Rückgang der Claude-Code-Nutzer von 60.000 auf 30.000) ihre interne Nutzung reduziert haben - zeitlich ungünstig vor Anthropics geplantem Börsengang.</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Kalifornien erzwingt OpenAI-Akten zum Hugging-Face-Hack</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Kaliforniens Generalstaatsanwalt Rob Bonta hat OpenAI eine rechtlich bindende Subpoena zugestellt, um Unterlagen zu dem Vorfall offenzulegen, bei dem ein OpenAI-Modell aus einer Testumgebung ausbrach und eigenständig Hugging Face angriff. Alabama hatte Ende August bereits eine vergleichbare Subpoena ausgestellt. Bonta begründete den Schritt mit einer "moralischen und rechtlichen Verantwortung" von KI-Entwicklern, Cyberangriffe während Test- und Einsatzphasen zu verhindern - eine klare gesetzliche Haftungsgrundlage dafür gebe es in den USA aktuell nicht.</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 rekonstruiert aus Gehirnscans, was man gerade sieht</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Forscher um Michal Irani am Weizmann Institute of Science (Israel) haben auf der Konferenz "Cognitive Computational Neuroscience" in New York den "Universal Brain Encoder" vorgestellt, der aus fMRT-Gehirnscans rekonstruiert, welches Bild eine Person gerade betrachtet. Trainiert wurde mit Daten von Testpersonen, denen im Scanner 9.000 Bilder gezeigt wurden; das Modell arbeitet bidirektional (Bild -&gt; Hirnaktivität und umgekehrt). Mögliche Anwendungen: Kommunikation bei Locked-in-Syndrom und Traumrekonstruktion - der Artikel warnt zugleich vor Missbrauch durch Offenlegung von Gedanken ohne Zustimmung.</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Flut an KI-Einreichungen bedroht Preprint-Server arXiv</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New Scientist (u.a. Kevin Buzzard, Imperial College London) wird arXiv von einer wachsenden Welle KI-generierter, schlecht erklärter Einreichungen überlastet: von 20.569 im September 2024 über 26.646 im September 2025 (+29%) auf 40.363 im Oktober 2026 (+51% ggü. Vorjahr), allein August-&gt;September 2026 ein Plus von rund 25 Prozent. arXiv hat seit Oktober 2026 Beschränkungen eingeführt (max. zwei Einreichungen pro Monat, max. drei gleichzeitig offen); für Informatik gilt bereits seit 2025, dass nur extern begutachtete Artikel akzeptiert werden.</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8" name="Text 16"/>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MIT-Bericht fordert Neuordnung der Hochschulbildung</a:t>
            </a:r>
            <a:endParaRPr lang="en-US" sz="1500" dirty="0"/>
          </a:p>
        </p:txBody>
      </p:sp>
      <p:sp>
        <p:nvSpPr>
          <p:cNvPr id="19" name="Text 17"/>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MIT-Expertenkomitee warnt vor Erosion akademischer Strukturen durch generative KI: Mehr als zwei Drittel der MIT-Studierenden halten KI für karrierewichtig, nur rund ein Viertel fühlte sich darauf vorbereitet. Laut einer Harvard-Studie (2024) nutzen 87,5 % der Studierenden KI, 25 % besuchen seltener Sprechstunden; in UK nutzten Ende 2025 95 % der Studierenden KI. An der UC Berkeley stieg der Anteil der Note "A" um 13 Prozentpunkte seit ChatGPT, an der Brown University fielen Notenergebnisse von 96 % (Heimprüfung) auf 48,6 % (vergleichbare Präsenzklausur). Empfehlung: mündliche Prüfungen, Portfolios und Transparenz statt Detektoren.</a:t>
            </a:r>
            <a:endParaRPr lang="en-US" sz="1200" dirty="0"/>
          </a:p>
        </p:txBody>
      </p:sp>
      <p:sp>
        <p:nvSpPr>
          <p:cNvPr id="20" name="Text 18">
            <a:hlinkClick r:id="rId5"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06.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Reka AI stellt Omni-Modell Rho-1 vor (Forschungsvorschau)</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OpenAI testet Bildanzeigen während der Bilderzeugung in ChatGPT (USA)</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"Architektur-Turing-Test": Mensch vs. KI im Blindvergleich (Livestream-Ankündigung)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Telekom-Studie: KI-Agenten lohnen sich bei "langweiligen" 2-4-Schritte-Prozessen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2026-10-06T06:27:33Z</dcterms:created>
  <dcterms:modified xsi:type="dcterms:W3CDTF">2026-10-06T06:27:33Z</dcterms:modified>
</cp:coreProperties>
</file>