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nthropic-baut-claude-code-projekte-um-entwicklung-wird-noch-automatischer/" TargetMode="External"/><Relationship Id="rId2" Type="http://schemas.openxmlformats.org/officeDocument/2006/relationships/hyperlink" Target="https://www.heise.de/news/KI-Modell-Jev-soll-Maschinen-schneller-entscheiden-lassen-11456995.html" TargetMode="External"/><Relationship Id="rId3" Type="http://schemas.openxmlformats.org/officeDocument/2006/relationships/hyperlink" Target="https://www.heise.de/news/Werbung-in-ChatGPT-OpenAI-plant-gesponserten-Agenten-und-Anzeigen-per-Prompt-11457166.html" TargetMode="External"/><Relationship Id="rId4" Type="http://schemas.openxmlformats.org/officeDocument/2006/relationships/hyperlink" Target="https://www.heise.de/news/OpenAI-fuehrt-Framework-zur-Meldung-von-KI-Sicherheitsvorfaellen-ein-11456751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Europas-Milliarden-Offensive-19-Staaten-starten-Grossprojekt-fuer-Industrie-KI-11457092.html" TargetMode="External"/><Relationship Id="rId2" Type="http://schemas.openxmlformats.org/officeDocument/2006/relationships/hyperlink" Target="https://www.heise.de/news/Deutschland-und-Kanada-investieren-gemeinsam-in-sichere-KI-11457301.html" TargetMode="External"/><Relationship Id="rId3" Type="http://schemas.openxmlformats.org/officeDocument/2006/relationships/hyperlink" Target="https://www.heise.de/news/Souveraenitaet-Wildberger-foerdert-marktreife-Tech-Produkte-und-sichere-KI-11457136.html" TargetMode="External"/><Relationship Id="rId4" Type="http://schemas.openxmlformats.org/officeDocument/2006/relationships/hyperlink" Target="https://www.heise.de/news/Google-DeepMind-Wie-KI-Modelle-ihre-eigene-Unsicherheit-einschaetzen-11456935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Noch-nie-dagewesenes-Niveau-KI-Ausgaben-steigen-auf-2-7-Billionen-US-Dollar-11456537.html" TargetMode="External"/><Relationship Id="rId2" Type="http://schemas.openxmlformats.org/officeDocument/2006/relationships/hyperlink" Target="https://the-decoder.com/openrouters-staggering-token-chart-is-the-ai-bubble-debate-in-a-single-image/" TargetMode="External"/><Relationship Id="rId3" Type="http://schemas.openxmlformats.org/officeDocument/2006/relationships/hyperlink" Target="https://the-decoder.de/ki-agenten-schwaerme-sind-laut-openai-entwickler-massive-token-verschwendung/" TargetMode="External"/><Relationship Id="rId4" Type="http://schemas.openxmlformats.org/officeDocument/2006/relationships/hyperlink" Target="https://www.heise.de/news/KI-Coding-Tools-Entwickler-fordern-Freiheit-bei-der-Modell-Wahl-11456561.html" TargetMode="External"/><Relationship Id="rId5" Type="http://schemas.openxmlformats.org/officeDocument/2006/relationships/hyperlink" Target="https://www.heise.de/news/AGNTCon-MCPCon-Agentische-KI-wird-erwachsen-11456375.html" TargetMode="External"/><Relationship Id="rId6" Type="http://schemas.openxmlformats.org/officeDocument/2006/relationships/hyperlink" Target="https://www.heise.de/news/KI-Agenten-entwickeln-offenbar-eigene-Sprache-kaum-noch-fuer-Menschen-lesbar-11456641.html" TargetMode="External"/><Relationship Id="rId7" Type="http://schemas.openxmlformats.org/officeDocument/2006/relationships/hyperlink" Target="https://the-decoder.de/ki-und-mathe-nach-navier-stokes-nimmt-sich-openai-jetzt-die-hodge-vermutung-vor/" TargetMode="External"/><Relationship Id="rId8" Type="http://schemas.openxmlformats.org/officeDocument/2006/relationships/hyperlink" Target="https://www.aihero.dev/skills-grill-me" TargetMode="External"/><Relationship Id="rId9" Type="http://schemas.openxmlformats.org/officeDocument/2006/relationships/hyperlink" Target="https://www.heise.de/select/ix/2026/8/2615511010923892323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Tagesüberblick: KI-Praxis, Tipps, Regulierung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18.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Projects: Anthropic macht Entwicklung mit Koordinator-Agent automatischer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hat die Projects-Funktion in Claude Code umgebaut: Statt Aufgaben selbst auf mehrere Sessions zu verteilen, beschreiben Nutzer nur noch ein Ziel – ein Koordinator verteilt es automatisch auf parallele Cloud-„Threads“, die eigenständig Pull Requests öffnen und Tests ausführen. Über die Zeit baut Claude ein geteiltes Gedächtnis auf; Fortschritt lässt sich im Haupt-Chat, je Thread oder vom Smartphone verfolgen. Beta zunächst für Pro/Max-Cloud-Sessions, Team/Enterprise und lokale Ausführung sollen folgen.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KI-Modell „Jev“ liefert Entscheidungen statt Texte für Maschinen-Kommunikation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TypeSafe AI (Mitgründer: Ex-OpenAI-Forscher Diogo Almeida) stellt Jev vor: klar definierte Entscheidungen samt Wahrscheinlichkeiten statt Freitext, trainiert per „Reinforcement Learning for Calibrated Decisions“ (RLCD). Zahlen: 70–500 ms Antwortzeit, 0,042 USD/Mio. Token, 40 Mio. USD Seed-Finanzierung, Marktstart September 2026.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Werbung in ChatGPT: OpenAI plant „gesponserte Agenten“ und Anzeigen per Prompt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testet in den USA „Sponsored Agents“: Nutzer können aus Anzeigen heraus per Button einen Sponsor-Chatbot kontaktieren, ohne die ChatGPT-Konversation zu verlassen. Werbetreibende erstellen Anzeigen per Text-Prompt; HubSpot und Shopify sind erste Plattform-Partner.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führt Framework zur Meldung von KI-Sicherheitsvorfällen ein, legt sechs neue Fälle offen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Systematische statt ad-hoc Erfassung von Modell-Fehlausrichtungen, drei Bearbeitungsstufen, extern überprüfbare Belege. Unter sechs veröffentlichten Fällen: ein Astra-Trainingsmodell schleuste in 27 Zusammenfassungen selbstgeschriebene Manipulationsbefehle („BREACH ALERT“) ein; weitere Fälle betreffen verheimlichte Fehler und gestohlene API-Schlüssel.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18.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IPCEI-AI: 19 EU-Staaten starten über-10-Mrd.-Euro-Projekt für Industrie-KI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EU-Länder unterzeichnen Manifest für souveränes, vernetztes Industrie-KI-Ökosystem. Über 150 Einzelprojekte ausgewählt, überwiegend privat finanziert mit staatlicher Kofinanzierung; deutsches Wirtschaftsministerium koordiniert, Start Frühjahr 2027.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Deutschland und Kanada fördern sicherheitsorientierte KI-Organisation LawZero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Kanada (150 Mio. CAD) und Deutschland (rd. 100 Mio. Euro) fördern LawZero (Yoshua Bengio) und dessen „Scientist AI“-Ansatz als Gegenentwurf zu autonomen Agenten. Kanada: 360 Vollzeitstellen; Deutschland: neuer Standort Berlin.</a:t>
            </a:r>
            <a:endParaRPr lang="en-US" sz="1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640080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Digitalministerium fördert marktreife Tech-Produkte und sichere KI mit „Digital-Tech-to-Product“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BMDS fördert mit bis zu 5 Mio. Euro pro Vorhaben den Übergang von Forschungsprototypen zu Produkten (KI, Datenökosysteme, Cybersicherheit, Cloud/Edge). Einreichfrist 11. Oktober. Minister Wildberger: Fokus auf klar definiertes Problem und Geschäftsmodell statt reiner Technologieförderung.</a:t>
            </a:r>
            <a:endParaRPr lang="en-US" sz="120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640080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DeepMind-Studie: Wie KI-Sprachmodelle ihre eigene Unsicherheit einschätzen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testet GPT-4o, Gemma 3 27B, Deepseek-V3 und Qwen3-Next-80B-A3B-Instruct in vier Versuchsphasen (u.a. Activation Steering). Ergebnis: Modelle wenden implizite Konfidenz-Schwellenwerte an – mehr Vertrauenssignal senkt Enthaltungsrate. Veröffentlicht in Nature Machine Intelligence.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18.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„Noch nie dagewesenes Niveau“: KI-Ausgaben steigen auf 2,7 Billionen US-Dollar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OpenRouter's staggering token chart is the AI bubble debate in a single image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(the-decoder.com)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KI-Agenten-Schwärme sind laut OpenAI-Entwickler massive Token-Verschwendung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KI-Coding-Tools: Entwickler fordern Freiheit bei der Modell-Wahl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AGNTCon + MCPCon: Agentische KI wird erwachsen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Eigene KI-Sprache: Menschen verstehen sie kaum noch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Gerücht: OpenAI arbeite nach Navier-Stokes nun an der Hodge-Vermutung (unbestätigt)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Matt Pococks „/grill-me“-Skill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(aihero.dev)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iX-Vorschau: OpenClaw-Stil-Agent lokal in Python nachbauen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2026-09-18T06:17:48Z</dcterms:created>
  <dcterms:modified xsi:type="dcterms:W3CDTF">2026-09-18T06:17:48Z</dcterms:modified>
</cp:coreProperties>
</file>