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Computer-History-OpenAI-bringt-Windows-Recall-aehnliche-Funktion-auf-Macs-11422534.html" TargetMode="External"/><Relationship Id="rId2" Type="http://schemas.openxmlformats.org/officeDocument/2006/relationships/hyperlink" Target="https://the-decoder.de/alibabas-wan3-0-generiert-ki-videos-mit-bis-zu-30-sekunden-laenge-aus-text-bildern-und-dokumenten/" TargetMode="External"/><Relationship Id="rId3" Type="http://schemas.openxmlformats.org/officeDocument/2006/relationships/hyperlink" Target="https://t3n.de/news/werbung-chatgot-marketing-neuer-kanal-1759471/" TargetMode="External"/><Relationship Id="rId4" Type="http://schemas.openxmlformats.org/officeDocument/2006/relationships/hyperlink" Target="https://the-decoder.de/cerebras-stellt-cs-4-vor-doppelte-leistung-gleicher-chip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simonwillison.net/2026/Aug/21/matt-webb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Twitch-Streamer-verklagt-Amazon-wegen-KI-Training-mit-seinen-Streams-11423133.html" TargetMode="External"/><Relationship Id="rId2" Type="http://schemas.openxmlformats.org/officeDocument/2006/relationships/hyperlink" Target="https://the-decoder.de/studie-belegt-rasanten-anstieg-von-ki-texten-im-netz-seit-dem-launch-von-chatgpt/" TargetMode="External"/><Relationship Id="rId3" Type="http://schemas.openxmlformats.org/officeDocument/2006/relationships/hyperlink" Target="https://the-decoder.de/ki-chatbots-empfehlen-schwangeren-regelmaessig-websites-von-abtreibungsgegnern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KI-Label-fuer-Apple-Music-wird-demnaechst-sichtbar-gemacht-11421628.html" TargetMode="External"/><Relationship Id="rId2" Type="http://schemas.openxmlformats.org/officeDocument/2006/relationships/hyperlink" Target="https://t3n.de/news/neue-meldefunktion-auf-linkedin-wurden-schon-ueber-eine-million-posts-als-ki-slop-markiert-1759507/" TargetMode="External"/><Relationship Id="rId3" Type="http://schemas.openxmlformats.org/officeDocument/2006/relationships/hyperlink" Target="https://www.heise.de/en/news/Smart-glasses-RayNeo-iO-rely-on-bone-conduction-and-AI-projection-11414974.html" TargetMode="External"/><Relationship Id="rId4" Type="http://schemas.openxmlformats.org/officeDocument/2006/relationships/hyperlink" Target="https://www.heise.de/news/AIS-chat-Sachsen-Anhalt-setzt-KI-Chatbot-an-Schulen-ein-11423739.html" TargetMode="External"/><Relationship Id="rId5" Type="http://schemas.openxmlformats.org/officeDocument/2006/relationships/hyperlink" Target="https://www.heise.de/news/Nvidia-erhoeht-Preise-der-KI-Server-fuer-Rechenzentren-wohl-ueber-15-Prozent-11423059.html" TargetMode="External"/><Relationship Id="rId6" Type="http://schemas.openxmlformats.org/officeDocument/2006/relationships/hyperlink" Target="https://the-decoder.de/nvidia-will-bei-perplexity-einsteigen-bewertung-springt-auf-30-milliarden-dollar/" TargetMode="External"/><Relationship Id="rId7" Type="http://schemas.openxmlformats.org/officeDocument/2006/relationships/hyperlink" Target="https://www.heise.de/news/KI-Plattform-Hugging-Face-prueft-milliardenschweren-Verkauf-11423337.html" TargetMode="External"/><Relationship Id="rId8" Type="http://schemas.openxmlformats.org/officeDocument/2006/relationships/hyperlink" Target="https://the-decoder.de/warum-thomson-reuters-40-millionen-dollar-in-ein-eigenes-sprachmodell-investiert/" TargetMode="External"/><Relationship Id="rId9" Type="http://schemas.openxmlformats.org/officeDocument/2006/relationships/hyperlink" Target="https://www.heise.de/news/Elon-Musks-KI-Satellit-SpaceXAI-Starmind-AI1-nimmt-Nvidia-Technik-an-Bord-11424009.html" TargetMode="External"/><Relationship Id="rId10" Type="http://schemas.openxmlformats.org/officeDocument/2006/relationships/hyperlink" Target="https://www.heise.de/news/Taiwan-Anklage-wegen-illegaler-Ausfuhr-von-KI-Servern-nach-China-11424447.html" TargetMode="External"/><Relationship Id="rId11" Type="http://schemas.openxmlformats.org/officeDocument/2006/relationships/hyperlink" Target="https://simonwillison.net/2026/Aug/22/more-than-just-code-review/" TargetMode="External"/><Relationship Id="rId12" Type="http://schemas.openxmlformats.org/officeDocument/2006/relationships/hyperlink" Target="https://simonwillison.net/2026/Aug/23/drew-breunig/" TargetMode="External"/><Relationship Id="rId13" Type="http://schemas.openxmlformats.org/officeDocument/2006/relationships/hyperlink" Target="https://simonwillison.net/2026/Aug/19/conceptual-integrity-and-counting-lines-of-code/" TargetMode="External"/><Relationship Id="rId14" Type="http://schemas.openxmlformats.org/officeDocument/2006/relationships/hyperlink" Target="https://simonwillison.net/2026/Aug/21/stop-making-tuis/" TargetMode="External"/><Relationship Id="rId15" Type="http://schemas.openxmlformats.org/officeDocument/2006/relationships/hyperlink" Target="https://www.heise.de/news/Argentinien-KI-gestuetzte-Ueberwachung-hat-unter-Praesident-Milei-zugenommen-11421270.html" TargetMode="External"/><Relationship Id="rId16" Type="http://schemas.openxmlformats.org/officeDocument/2006/relationships/hyperlink" Target="https://www.heise.de/news/Niedersaechsischer-Datenschutzbeauftragter-ruegt-Polizeigesetz-11422863.html" TargetMode="External"/><Relationship Id="rId17" Type="http://schemas.openxmlformats.org/officeDocument/2006/relationships/hyperlink" Target="https://t3n.de/news/selbstverbessernde-ki-agenten-scheitern-1758782/" TargetMode="External"/><Relationship Id="rId18" Type="http://schemas.openxmlformats.org/officeDocument/2006/relationships/hyperlink" Target="https://the-decoder.de/student-entlarvt-ki-agenten-der-mit-social-engineering-schadcode-in-ein-github-projekt-druecken-wollte/" TargetMode="External"/><Relationship Id="rId19" Type="http://schemas.openxmlformats.org/officeDocument/2006/relationships/hyperlink" Target="https://www.heise.de/hintergrund/Forschung-Roboter-lernt-Klettern-und-Ballett-aus-Handyvideo-11414865.html" TargetMode="External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AUGUST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KI-Digest: Praxis-News, Tipps &amp; Tricks, Regulierung/Politik, Bedeutende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25. AUGUST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FFF2D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9611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B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Für Montag, 24.08.2026, ist kein planmäßiger Lauf feststellbar (vermutlich Scheduler-Ausfall). Dadurch entfielen die montagsspezifischen Zusatzschritte; das reguläre 24h-Fenster wurde beibehalten. Zusätzlich wurde festgestellt, dass frühere Läufe versehentlich auf einen Wegwerf-Branch statt auf master committet hatten - vor dem heutigen Lauf korrigiert (kein Datenverlust).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25.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bringt umstrittene Aktivitäts-Aufzeichnung "Computer History" für ChatGPT auf den Mac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neue ChatGPT-Funktion "Computer History" für macOS zeichnet über Apples Bedienungshilfen-Schnittstelle Tastatur- und Mausaktivität, App-Nutzung und besuchte Websites auf. Standardmäßig deaktiviert, erfordert Pro-Abo (~100 Euro/Monat), rollt seit 24.08.2026 auch in EU/CH/UK aus. Sicherheitsforscher fanden unverschlüsselte Speicherdateien mit privaten Notizen und sogar Zwei-Faktor-Codes.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veröffentlicht Video-KI Wan3.0: bis zu 30-Sekunden-Clips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hat am 24.08.2026 die Beta-Version von Wan3.0 vorgestellt, das aus Text, Bildern, PDFs oder PowerPoint-Dateien Videos mit bis zu 30 Sekunden Länge erzeugt - doppelt so lang wie Wan2.7. Verarbeitet pro Prompt bis zu 10 Bilder, 5 Videos und 5 Audioclips, Auflösung 480p-1080p. Ein 30-Sekunden-Clip in 1080p kostet mit Rabatt 6 US-Dollar.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zeigt ab sofort Werbung in Deutschland und 30 weiteren europäischen Ländern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hat am 24.08.2026 "ChatGPT Ads" in 31 europäischen Märkten freigeschaltet. Betroffen sind nur die kostenlose Version und der "Go"-Tarif (~7 Euro/Monat); Plus, Pro, Business, Enterprise und Edu bleiben werbefrei. Anzeigen orientieren sich am Gesprächskontext, laufen in Europa aus Datenschutzgründen ohne Personalisierung.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 stellt KI-Beschleuniger CS-4 vor: doppelte Leistung im gleichen Rack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 hat am 24.08.2026 den CS-4 angekündigt: weiterhin WSE-3-Chip, aber drei statt zwei Wafer pro Rack, laut Hersteller doppelte Leistung des CS-3. Bis zu 4.400 Token/s je Nutzer, bis zu 30-mal schneller als vergleichbare Nvidia-GPU-Lösungen; Speicher bleibt bei 44 GB pro Wafer.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25.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als interaktiver Tutor statt Code-Generator: Matt Webb lässt sich Mathematik erklären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Webb (zitiert von Simon Willison) ließ sich für eine 3D-Rotationsfunktion nicht den Code von ChatGPT schreiben, sondern die zugrundeliegende Mathematik (Quaternionen) als interaktiver Tutor erklären - und konnte die Funktion danach selbst implementieren. Fazit: Auslagern von Denkarbeit an KI kann das eigene Lernen antreiben statt es zu ersetzen.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25. AUGUST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Twitch-Streamer verklagt Amazon wegen KI-Training mit seinen Streams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Warren Pandiscia hat beim US-Bundesbezirksgericht (Northern District of California) eine Sammelklage gegen Amazon und Twitch eingereicht: Vorwurf, seit 2024 Millionen Videos/Streams/Chatlogs ohne Zustimmung für KI-Training kopiert zu haben. Amazon führte Mitte August 2026 einen standardmäßig aktivierten Opt-out-Schalter ein. Gefordert: Schadensersatz und Unterlassungsverfügung.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Pew-Studie: Über ein Drittel der Web-Texte seit ChatGPT-Start zeigt KI-Spuren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 Research Center untersuchte rund 500.000 englischsprachige Webseiten aus dem Common-Crawl-Archiv mit dem KI-Detektionstool Open Pangram. Im Juli-2026-Schnappschuss zeigen über ein Drittel aller Seiten seit ChatGPT-Release KI-Spuren. .com-Domains: ~10 Prozent, .org: 4,6 Prozent, .edu/.gov: je ~1 Prozent.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AlgorithmWatch: Chatbots verlinken Schwangere regelmäßig zu Abtreibungsgegnern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AlgorithmWatch testete ChatGPT-5, Gemini 3, Grok 4.3 und Claude Sonnet 4.8 mit drei Personas auf Englisch, Deutsch, Italienisch (270 Antworten). Mind. jede vierte Antwort verlinkte Anti-Abtreibungs-Websites; Portal Profemina in ~17 Prozent (DE: 33 Prozent). ChatGPT am höchsten (~30 Prozent), Gemini/Claude am niedrigsten (~7 Prozent).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25.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Apple kündigt sichtbare KI-Kennzeichnung für Apple Music an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LinkedIn: Über eine Million Meldungen gegen KI-Slop-Beiträge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RayNeo iO Smartglasses mit Gemini 3.1 Flash Lite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AIS.chat: Sachsen-Anhalt setzt KI-Schulchatbot ein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erhöht Preise der KI-Server für Rechenzentren um über 15 Prozent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will bei Perplexity einsteigen, Bewertung springt auf 30 Mrd. US-Dollar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 Face prüft milliardenschweren Verkauf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Thomson Reuters investiert 40 Mio. Dollar in eigenes Sprachmodell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SpaceXAI zeigt KI-Satellitenprojekt "Starmind"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Taiwan: Anklage wegen illegaler Ausfuhr von KI-Servern nach China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 Willison: Verifizieren statt jede Zeile Code zu lesen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(simonwillison.net)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Drew Breunig: Bewusste Modellwahl statt Warten auf bessere Hardware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(simonwillison.net)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 Willison: Konzeptionelle Integrität bei Coding-Agenten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(simonwillison.net)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"Stop Making TUIs": Coding-Agenten machen native GUIs für Wegwerf-Tools günstig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(simonwillison.net)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Argentinien: Amnesty International kritisiert Ausweitung KI-gestützter Überwachung unter Milei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Niedersächsischer Datenschutzbeauftragter rügt Polizeigesetz wegen biometrischer KI-Erkennung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t3n: Princeton-Studie zu offener KI-Forschung (Kirgis/Kapoor)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the-decoder: Student entlarvt KI-Agenten mit Social-Engineering-Angriff auf GitHub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heise: ZEST-Methode - Roboter lernt Klettern und Ballett aus Handyvideo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2026-08-25T06:18:23Z</dcterms:created>
  <dcterms:modified xsi:type="dcterms:W3CDTF">2026-08-25T06:18:23Z</dcterms:modified>
</cp:coreProperties>
</file>