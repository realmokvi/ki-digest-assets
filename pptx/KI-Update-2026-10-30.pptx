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mistral-gibt-le-chonk-frei-stark-unter-offenen-modellen-guenstig-im-betrieb-klar-hinter-der-spitze/" TargetMode="External"/><Relationship Id="rId2" Type="http://schemas.openxmlformats.org/officeDocument/2006/relationships/hyperlink" Target="https://www.heise.de/news/Artificial-Analysis-Index-v5-Mehr-geheime-KI-Benchmarks-1150441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3n-meisterprompter.podigee.io/96-email-agent-einrichten-prompt-ki-hacks" TargetMode="External"/><Relationship Id="rId2" Type="http://schemas.openxmlformats.org/officeDocument/2006/relationships/hyperlink" Target="https://simonwillison.net/2026/Oct/26/webframe-evaluatio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us-kartellwaechter-untersuchen-nvidias-hugging-face-uebernahme-und-verkaufspraktiken/" TargetMode="External"/><Relationship Id="rId2" Type="http://schemas.openxmlformats.org/officeDocument/2006/relationships/hyperlink" Target="https://the-decoder.de/fachleute-uebernehmen-zufaellige-meinungen-ihres-ki-agenten-und-halten-sie-oft-fuer-ihre-eigenen/" TargetMode="External"/><Relationship Id="rId3" Type="http://schemas.openxmlformats.org/officeDocument/2006/relationships/hyperlink" Target="https://the-decoder.de/nach-anthropics-verschaerften-schutzmassnahmen-wird-openais-astra-zum-hauptziel-chinesischer-destillationsversuche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— Praxis-News, Tipps &amp; Tricks, Regulierung/Politik, Bedeutende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30.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4 ("Le Chonk"): Modellgewichte veröffentlicht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hat die Modellgewichte von Mistral Large 4 (intern "Le Chonk") veröffentlicht: ca. 1 Billion Parameter (52 Mrd. aktiv), seit 29.10. auf Hugging Face sowie über Mistral-API und Coding-Assistent "Vibe" verfügbar, angepasste MIT-Lizenz. Coding-Leistung deutlich verbessert: Terminal-Bench 4.0 41% (vorher 28%), Coding Agent Index 48%, FrontierCode 2.0 19,7%. API-Preis 0,70/2,10 USD pro Mio. Input-/Output-Token, Tempo 161 Token/Sek.; neue Reasoning-Stufen Low/Medium ergänzen High.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Analysis Intelligence Index v5: Benchmark-Suite überarbeitet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neue Tests (Terminal-Bench-Science, FrontierCode 2.0), drei aktualisierte, drei entfernte; erstmals 60% der Aufgaben aus nicht-öffentlichen Benchmarks gegen Overfitting. Claude Opus 5.5 lag nach der Umstellung an der Spitze, wurde kurz danach von Gemini 4 Carbon überholt; Grok 4.7 und Kimi K3.1 Pro verloren Punkte, bestes offenes Modell liegt 12 Punkte hinter der Spitze (vorher 3).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30.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E-Mail-Postfach per KI-Agent nach Dringlichkeit sortieren lassen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t3n-MeisterPrompter Episode 96: Projekt "Daily Assistant" mit Postfachzugriff anlegen, täglich automatische Zusammenfassung erstellen lassen. Sortierung in drei Kategorien ("Antwort erforderlich", "dringend/zeitkritisch", "zur Kenntnis") mit Erklärung und Direktlink. Grenzen: keine automatischen Antworten, bewusste Freigabe sensibler Daten nötig.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 MeisterPrompter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Unbekanntes Tool systematisch per KI-Agent evaluieren lassen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ließ Claude Opus 5.5 ein Tool nach festem Muster bewerten: erkunden, belasten, Prototypen bauen, anhand etablierter Kriterien in zwei Rollen bewerten, Bericht ausgeben. Ergebnis im Test: vergleichbare Leistung zum Referenz-Tool, aber erkannte Mängel (CSP-Fehler, 0×0-Viewport). Übertragbar auf beliebige Tool-Evaluationen durch Agenten.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30.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US-Kartellwächter und französische Wettbewerbsbehörde untersuchen Nvidia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US-Justizministerium prüft Nvidias geplanten 12,93-Mrd.-Dollar-Kauf von Hugging Face (Abschluss laut Nvidia H1 2027) auf mögliche Kontrolle zentraler KI-Vertriebsinfrastruktur. US-Kartellbehörden untersuchen zudem die Übernahmen von SchedMD und Run:ai sowie den Groq-Lizenzdeal. Französische Wettbewerbsbehörde ermittelt wegen CUDA-Abhängigkeit und Cloud-Beteiligungen (CoreWeave). Laufende Prüfungen, keine Anklagen.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Fachleute übernehmen zufällige Meinungen ihres KI-Agenten und halten sie oft für ihre eigenen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Anthropic-Studie: 50 Fachleute für kausale Inferenz übernahmen die zufällige (per Münzwurf zugeteilte) Neigung eines KI-Agenten in 86% der Teilentscheidungen (Zufall: 50%). 77% übernahmen Argumente fast wortgleich, nur 15% nannten die KI als Quelle, 52% hielten die Empfehlung später für überwiegend ihre eigene. Zehn geprüfte Schutzfaktoren ohne belastbaren Effekt.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OpenAIs Astra wird Hauptziel chinesischer Destillationsversuche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 The Information nutzen Deepseek und Moonshot AI zunehmend OpenAIs GPT-6 Astra statt Claude zur Destillation ihrer neuesten Modelle (Kimi K3.1 Pro, V4.1-Flash 1017). Anthropic hat seine Abwehr verschärft und verringert die abgegriffene Datenmenge laut eigenen Angaben um 90-99%. OpenAI hatte Ende September bereits eine koordinierte Destillationskampagne mit Moonshot-Bezug gemeldet.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2026-10-30T06:25:38Z</dcterms:created>
  <dcterms:modified xsi:type="dcterms:W3CDTF">2026-10-30T06:25:38Z</dcterms:modified>
</cp:coreProperties>
</file>