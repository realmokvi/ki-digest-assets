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google-deepmind-stellt-gemini-3-8-live-fuer-sprach-agenten-vor/" TargetMode="External"/><Relationship Id="rId2" Type="http://schemas.openxmlformats.org/officeDocument/2006/relationships/hyperlink" Target="https://lmstudio.ai/changelog" TargetMode="External"/><Relationship Id="rId3" Type="http://schemas.openxmlformats.org/officeDocument/2006/relationships/hyperlink" Target="https://t3n.de/news/claude-money-feature-anthropic-1763397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imonwillison.net/2026/Sep/12/astra-running-rout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borncity.com/news/record-a-skill-claude-lernt-arbeitsschritte-durch-zuschauen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Politik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stellt Gemini 3.8 Live und 3.8 Live Extended Thinking vor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neue Sprachmodelle für Echtzeit-Voice-Agenten, verfügbar über Gemini-API und Google AI Studio, mit Unterstützung für über 97 Sprachen. Die Extended-Thinking-Variante erreicht laut Artificial-Analysis-Leaderboard 82,6% (Platz 1 Speech-to-Speech); Preise laut Google deutlich unter denen von OpenAIs GPT-Live-1.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Bionic 1.1.3 veröffentlicht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Sprachtranskription für Linux (auch mit NVIDIA-GPUs), erweiterte MLX-Unterstützung, mehr Sprachen und inline angezeigte agentengenerierte Bilder im Gesprächsverlauf.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lmstudio.ai (Changelog)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testet Finanz-Feature "Claude Money" mit Bankkonto-Zugriff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Claude-iOS-App wurde ein noch inaktiver "Money"-Bereich entdeckt: Nutzer sollen künftig ihr Bankkonto verknüpfen können, damit Claude Ausgaben und Sparpläne direkt auswertet. Kein offizielles Release-Datum, Start in Europa gilt als unwahrscheinlich.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3101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Laufrouten per Agenten-Workflow: Eine Prompt-Zeile, mehrere Tools verkettet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67588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lässt ChatGPT Work mit GPT-6 Astra aus einer einzigen Anweisung heraus autonom Nominatim, die Overpass-API und lokale Berechnung verketten, um Laufrouten zu finden - inklusive Visualisierung und GPX-/GeoJSON-Export in rund 27 Minuten.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20624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16.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borncity.de: "Record a Skill" - Claude lernt Arbeitsschritte durch Zuschauen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(borncity.com)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2026-09-16T06:11:20Z</dcterms:created>
  <dcterms:modified xsi:type="dcterms:W3CDTF">2026-09-16T06:11:20Z</dcterms:modified>
</cp:coreProperties>
</file>