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mistral-large-4-soll-das-staerkste-offene-ki-modell-aus-europa-und-den-usa-sein/" TargetMode="External"/><Relationship Id="rId2" Type="http://schemas.openxmlformats.org/officeDocument/2006/relationships/hyperlink" Target="https://the-decoder.de/embeddinggemma-2-googles-kleinstes-embedding-modell-schlaegt-doppelt-so-grosse-konkurrenz/" TargetMode="External"/><Relationship Id="rId3" Type="http://schemas.openxmlformats.org/officeDocument/2006/relationships/hyperlink" Target="https://the-decoder.de/googles-neues-bildmodell-gemini-nano-banana-2-1-generiert-bessere-bilder-zum-halben-preis/" TargetMode="External"/><Relationship Id="rId4" Type="http://schemas.openxmlformats.org/officeDocument/2006/relationships/hyperlink" Target="https://the-decoder.de/reflection-beam-ehemaliges-deepmind-team-will-mit-effizientem-open-weight-modell-gegen-deepseek-und-qwen-bestehe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3n-meisterprompter.podigee.io/94-ki-prompt-style-design-kleidu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EU-Programm-Agile-Millionen-fuer-KI-und-Drohnen-aber-Rot-fuer-Killer-Roboter-11478327.html" TargetMode="External"/><Relationship Id="rId2" Type="http://schemas.openxmlformats.org/officeDocument/2006/relationships/hyperlink" Target="https://www.heise.de/news/US-Bundesstaat-Utah-KI-darf-erstmals-Medikament-verschreiben-11478185.html" TargetMode="External"/><Relationship Id="rId3" Type="http://schemas.openxmlformats.org/officeDocument/2006/relationships/hyperlink" Target="https://the-decoder.de/jepa-anything-erweitert-lecuns-ki-architektur-auf-sieben-bereiche-von-robotik-bis-krebsforschung/" TargetMode="External"/><Relationship Id="rId4" Type="http://schemas.openxmlformats.org/officeDocument/2006/relationships/hyperlink" Target="https://www.heise.de/news/Diese-Daten-geben-ChatGPT-Gemini-Claude-und-Co-ueber-uns-an-Dritte-11476698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werbung-chatgpt-bild-ki-1766950/" TargetMode="External"/><Relationship Id="rId2" Type="http://schemas.openxmlformats.org/officeDocument/2006/relationships/hyperlink" Target="https://www.heise.de/ratgeber/KI-fuer-Musiker-Schlechte-Proberaumaufnahmen-mit-Suno-und-ChatGPT-verbessern-11473249.html" TargetMode="External"/><Relationship Id="rId3" Type="http://schemas.openxmlformats.org/officeDocument/2006/relationships/hyperlink" Target="https://t3n.de/news/geo-und-website-check-wie-sich-der-ki-chatbot-infos-sucht-und-was-unternehmen-daraus-lernen-koennen-1766802/" TargetMode="External"/><Relationship Id="rId4" Type="http://schemas.openxmlformats.org/officeDocument/2006/relationships/hyperlink" Target="https://www.heise.de/news/Sammelklage-gegen-McDonald-s-KI-Preise-sollen-Kartellrecht-verletzen-11478028.html" TargetMode="External"/><Relationship Id="rId5" Type="http://schemas.openxmlformats.org/officeDocument/2006/relationships/hyperlink" Target="https://the-decoder.de/ausser-kontrolle-geratene-ki-agenten-koennten-die-naechste-grosse-klagewelle-ausloesen/" TargetMode="External"/><Relationship Id="rId6" Type="http://schemas.openxmlformats.org/officeDocument/2006/relationships/hyperlink" Target="https://www.heise.de/news/OpenAI-Hunderte-weitere-KI-generierte-Loesungen-fuer-Mathematikprobleme-11478615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Politik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4 ("le Chonk") – neues offenes Spitzenmodell aus Europa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hat mit Mistral Large 4 ein Modell vorgestellt, das laut Unternehmen das stärkste offene KI-Modell aus Europa und den USA sein soll: 1,05 Billionen Parameter insgesamt (49 Milliarden aktiv, Mixture-of-Experts), 1 Million Token Kontextfenster, trainiert auf 3.800 Nvidia-Grace-Blackwell-GPUs in europäischen Rechenzentren, über 160 Sprachen unterstützt. Ein Preview ist sofort über die Mistral-Studio-API verfügbar (0,68 $/Mio. Token Input, 2,09 $/Mio. Token Output); die Modellgewichte sollen Ende Oktober 2026 veröffentlicht werden, derzeit laufen Red-Teaming-Prüfungen mit Sicherheitspartnern und Behörden.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 2 (Google) – kompaktes offenes Embedding-Modell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hat EmbeddingGemma 2 veröffentlicht, ein offenes Embedding-Modell für Text, Bild, Video, Audio und Code (740 Mio. Parameter, Text-Variante 270 Mio.), Speicherbedarf rund 191 MB RAM, Inferenz via WebGPU im Browser in 20–70 ms. Auf dem Massive Text Embedding Benchmark (Code) erreicht es 78,68 Punkte – fast 10 Punkte mehr als der Vorgänger (68,76) – und soll etwa doppelt so große Modelle übertreffen. Die Modellgewichte stehen offen auf Hugging Face und Kaggle bereit, etwa für lokales, offline-fähiges RAG.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Nano Banana 2.1 – neues Bildmodell, deutlich günstiger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Nachfolger von Nano Banana 2 mit Verbesserungen bei Bildqualität, Textdarstellung, Charakterkonsistenz über mehrere Konversationsrunden und Panoramaformaten; verarbeitet bis zu 14 Referenzbilder gleichzeitig (Konsistenz für bis zu vier Figuren, zehn Objekte). Der Preis sinkt deutlich: 3,36 ct pro 1K-Bild (vorher 6,70 ct), 7,56 ct pro 4K-Bild (vorher 15,10 ct). Rollout u. a. in Gemini-App, Google-Suche-KI-Modus, AI Studio und Google Ads; der Vorgänger wird am 29.10.2026 abgeschaltet.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Beam – offenes Modell von Ex-DeepMind-Team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Startup Reflection (gegründet von Ex-DeepMind-Forschern Misha Laskin und Ioannis Antonoglou) kündigt "Beam" an, ein Mixture-of-Experts-Modell mit 501 Mrd. Parametern insgesamt (23 Mrd. aktiv pro Token), trainiert per Reinforcement Learning auf 10.500 Nvidia-GB300-GPUs über vier Wochen. Laut Anbieter vergleichbare Ergebnisse wie GLM-5.2 bei drei- bis vierfach weniger Rechenaufwand (SWE Bench Pro v2-Hard: 77,2, Terminal Bench v2.1: 80,1). Veröffentlichung unter Apache-2.0 für "später diesen Monat" geplant, früher Zugang für ausgewählte Nutzer bereits verfügbar.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"Style-DNA": Mit KI den eigenen Kleiderschrank digitalisieren und Outfits generieren lassen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t3n-Podcast "MeisterPrompter" zeigt Prompt-Expertin Susanne Renate Schneider eine dreistufige Methode: Erst entsteht per Chat (mit bis zu zehn Klärungsfragen der KI) ein persönliches "Style-DNA"-Profil aus Fotos, Körperproportionen, Farbvorlieben und Stil-Vorbildern, das feste Schnitt-, Farb- und Stilregeln dokumentiert. Dann baut man per Fotos/Liste eine digitale "Kleiderschrank-Datenbank" auf, auf die die KI referenzieren kann. Erst darauf basierend generiert sie Outfit-Vorschläge – der Kniff lässt sich verallgemeinern: ein wiederverwendbares Referenzprofil per Rückfragen aufbauen statt bei jedem Prompt neu zu briefen.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EU-Programm "Agile": Millionen für KI und Drohnen – kein Geld für Killer-Roboter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EU-Parlament hat am 06.10.2026 mit 536 zu 101 Stimmen (16 Enthaltungen) das Verteidigungs-Förderprogramm "Agile" beschlossen: ein einjähriges Pilotprojekt mit 115 Millionen Euro Startvolumen ab 01.01.2027 für europäische Start-ups u. a. bei KI-gestützter Aufklärung, Cyberfähigkeiten, Robotik und autonomen Drohnenschwärmen, mit beschleunigter Prüfung (4-Monats-Fenster). Explizit ausgeschlossen von jeder Förderung sind "letale autonome Waffensysteme ohne wirksame menschliche Kontrolle"; die Zustimmung des EU-Rats steht noch aus.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erlaubt erstmals KI-App eigenständige Verschreibung von Medikamenten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"Utah Office of Artificial Intelligence Policy" genehmigt ein zwölfmonatiges Pilotprogramm: Die KI-App "Nolla Health" darf volljährigen Akne-Patienten eigenständig acht zugelassene topische Präparate verschreiben. Die Freigabe läuft in drei Phasen – von doppelter Arztfreigabe bis zu nur noch 10 % Stichprobenkontrolle – mit Pflicht zur 24-Stunden-Meldung schwerer Vorfälle und unabhängigen Audits. Laut Artikel stimmten Ärzte bei den letzten 1000 Fällen in rund 96 Prozent mit der KI-Empfehlung überein.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JEPA-Anything: Eine KI-Architektur für sieben Forschungsbereiche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Team um das Forschungslabor PhAI Labs (laut the-decoder.de u. a. mit Beteiligung von Stanford, Oxford, Princeton) erweitert Yann LeCuns JEPA-Architektur auf sieben Domänen. In einer Pong-Testumgebung sinkt der Vorhersagefehler um 35 Prozent, bei der Burgers-Gleichung (Strömungsdynamik) um knapp die Hälfte; das Modell rekonstruierte das dritte Keplersche Gesetz fast exakt (Exponent -1,4991 statt -1,5) und schlug eine Wirkstoffkombination (IL-18 + CD73-Blockade) vor, die in Gewebeproben von drei Patienten mehr Leberkrebszellen abtötete als Einzeltherapien. Code und vortrainierte Modelle sind öffentlich zugänglich.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Studie: KI-Chatbots geben Nutzerdaten inkl. ganzer Chatverläufe an Dritte weiter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Preprint-Studie des IMDEA Networks Institute untersuchte neun KI-Anbieter (ChatGPT, Claude, Gemini, Grok, DeepSeek, Perplexity, Le Chat, Meta AI, MS Copilot) auf Daten-Tracking. Fünf der neun Anbieter teilen Permalinks zu kompletten Chatverläufen mit Daten-Trackern; 80,8 Prozent der Drittanbieter-Tracker bleiben selbst nach Ablehnung nicht-essenzieller Cookies aktiv, nur in 40 Prozent der Fälle verhindert eine Ablehnung die Datenweitergabe tatsächlich. Rund ein Drittel der Anbieter teilt automatisch generierte Chat-Zusammenfassungen mit Werbepartnern; insgesamt wurden 44 Tracking-/Werbe-Vendoren identifiziert.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testet Werbung in ChatGPTs Bildgenerierung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 für Musiker: Schlechte Proberaumaufnahmen verbessern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GEO-Check: Wie KI-Chatbots ihre Antworten generieren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Sammelklage gegen McDonald's: KI-Preissystem soll Kartellrecht verletzen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"Außer Kontrolle geratene KI-Agenten könnten die nächste große Klagewelle auslösen"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veröffentlicht "hunderte weitere" KI-generierte Mathe-Lösungen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2026-10-07T06:29:30Z</dcterms:created>
  <dcterms:modified xsi:type="dcterms:W3CDTF">2026-10-07T06:29:30Z</dcterms:modified>
</cp:coreProperties>
</file>