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research.meta.ai/blog/introducing-muse-code-and-muse-spark-1-2"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simonwillison.net/2026/Aug/3/dont-be-a-meat-proxy/"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he-decoder.de/us-berufungsgericht-erlaubt-perplexitys-ki-shopping-agenten-wieder-auf-amazon/"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the-decoder.de/ki-beben-bei-google-deepmind-ceo-demis-hassabis-tritt-zurueck-chefforscher-jeff-dean-geht/" TargetMode="External"/><Relationship Id="rId2" Type="http://schemas.openxmlformats.org/officeDocument/2006/relationships/hyperlink" Target="https://www.heise.de/news/KI-Videoueberwachung-auf-oeffentlichen-Plaetzen-in-Berlin-startet-11396201.html" TargetMode="External"/><Relationship Id="rId3" Type="http://schemas.openxmlformats.org/officeDocument/2006/relationships/hyperlink" Target="https://www.scmp.com/news/china/diplomacy/article/3362616/us-lawmakers-investigate-doordashs-use-moonshot-ais-kimi-k26-model"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6.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für Praxis, Politik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6.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3204972"/>
            <a:ext cx="310896" cy="310896"/>
          </a:xfrm>
          <a:prstGeom prst="ellipse">
            <a:avLst/>
          </a:prstGeom>
          <a:solidFill>
            <a:srgbClr val="F0A63D"/>
          </a:solidFill>
          <a:ln/>
        </p:spPr>
      </p:sp>
      <p:sp>
        <p:nvSpPr>
          <p:cNvPr id="5" name="Text 3"/>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Meta veröffentlicht Muse Spark 1.2 und Coding-Agent Muse Code</a:t>
            </a:r>
            <a:endParaRPr lang="en-US" sz="1500" dirty="0"/>
          </a:p>
        </p:txBody>
      </p:sp>
      <p:sp>
        <p:nvSpPr>
          <p:cNvPr id="7" name="Text 5"/>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Meta Superintelligence Labs stellte am 5.08.2026 Muse Spark 1.2 vor, ein auf Coding spezialisiertes Modell-Update, sowie mit Muse Code (Beta, macOS/Linux) Metas ersten eigenen Coding-Agenten als Konkurrenz zu Claude Code und Codex. Muse Spark 1.2 erreicht 54 Punkte im Artificial Analysis Intelligence Index (vorher 51) und 82,9% auf Terminal-Bench 2.1 (Claude Opus 5: 86,7%); auf Metas internem Coding-Benchmark liegt es mit 70,6% vor GPT-5.6 Terra (65,4%) und Gemini 3.6 Flash (63,9%). Preise: 1,25 USD/1M Input-, 4,25 USD/1M Output-Token. Muse Code protokolliert jeden Modellaufruf in einem lokalen Event-Log für exakte Wiederaufnahme nach Abstürzen und koordiniert persistente Hintergrund-Agents.</a:t>
            </a:r>
            <a:endParaRPr lang="en-US" sz="1150" dirty="0"/>
          </a:p>
        </p:txBody>
      </p:sp>
      <p:sp>
        <p:nvSpPr>
          <p:cNvPr id="8" name="Text 6">
            <a:hlinkClick r:id="rId1"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research.meta.ai (englisch)</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6.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3204972"/>
            <a:ext cx="310896" cy="310896"/>
          </a:xfrm>
          <a:prstGeom prst="ellipse">
            <a:avLst/>
          </a:prstGeom>
          <a:solidFill>
            <a:srgbClr val="F0A63D"/>
          </a:solidFill>
          <a:ln/>
        </p:spPr>
      </p:sp>
      <p:sp>
        <p:nvSpPr>
          <p:cNvPr id="5" name="Text 3"/>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Simon Willison: „Don't be a meat proxy“ — KI-Antworten nicht ungeprüft weiterreichen</a:t>
            </a:r>
            <a:endParaRPr lang="en-US" sz="1500" dirty="0"/>
          </a:p>
        </p:txBody>
      </p:sp>
      <p:sp>
        <p:nvSpPr>
          <p:cNvPr id="7" name="Text 5"/>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Willison griff den von Niklas Gruhn geprägten Begriff „meat proxy“ auf: eine Person, die KI-Antworten blind kopiert und ungelesen an Kolleg:innen weiterreicht, etwa in Slack oder Pull-Request-Kommentaren. Sein Rat: Prompten ist in Ordnung, aber die Ausgabe sollte gelesen, verstanden, validiert und dann in eigenen Worten weitergegeben werden — genau diese Prüfung ist der eigene Mehrwert. Konkreter Vorschlag: Prüfpflichten direkt in alltägliche KI-Workflows einbauen, die festlegen, was vor Weitergabe an Dritte kontrolliert sein muss.</a:t>
            </a:r>
            <a:endParaRPr lang="en-US" sz="1150" dirty="0"/>
          </a:p>
        </p:txBody>
      </p:sp>
      <p:sp>
        <p:nvSpPr>
          <p:cNvPr id="8" name="Text 6">
            <a:hlinkClick r:id="rId1"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simonwillison.net (englisch)</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6.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US-Berufungsgericht erlaubt Perplexitys KI-Shopping-Agenten wieder Zugriff auf Amazon</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Das 9. US-Berufungsgericht in San Francisco hob am 4.08.2026 eine einstweilige Verfügung auf, die Perplexitys KI-Shopping-Agenten den Zugriff auf Amazon untersagt hatte. Das Gericht sah es als nicht hinreichend wahrscheinlich an, dass Perplexity gegen den Computer Fraud and Abuse Act verstößt, da nach seiner Auffassung die Nutzer:innen selbst — mithilfe der Agenten — auf Amazons Plattform zugreifen. Es ist das erste Urteil eines US-Bundesberufungsgerichts zur Rechtmäßigkeit von KI-Agenten beim Zugriff auf fremde Plattformen; der Hauptstreit zwischen Amazon und Perplexity bleibt offen.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8" name="Text 6"/>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6.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Google DeepMind: Hassabis wechselt zu Alphabet-Chefwissenschaftler, Jeff Dean verlässt Unternehmen (Personalie, nicht verwendet)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Berlin startet KI-Videoüberwachung mit Verhaltensscannern am Kottbusser Tor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US-Kongressausschüsse fordern von DoorDash Auskunft zu Kimi-K2.6-Nutzung</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(scmp.com)</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2026-08-06T06:16:05Z</dcterms:created>
  <dcterms:modified xsi:type="dcterms:W3CDTF">2026-08-06T06:16:05Z</dcterms:modified>
</cp:coreProperties>
</file>