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google-veroeffentlicht-gemini-4-argon-neues-spitzenmodell-ab-sofort-weltweit-verfuegbar/" TargetMode="External"/><Relationship Id="rId2" Type="http://schemas.openxmlformats.org/officeDocument/2006/relationships/hyperlink" Target="https://www.heise.de/news/Nvidia-und-Cisco-USFP-Module-fuer-KI-Fabrics-mit-12-8-Tbit-s-11486457.html" TargetMode="External"/><Relationship Id="rId3" Type="http://schemas.openxmlformats.org/officeDocument/2006/relationships/hyperlink" Target="https://www.heise.de/news/Google-erleichtert-das-kostenlose-Erstellen-eigener-Android-Apps-per-KI-11487130.html" TargetMode="External"/><Relationship Id="rId4" Type="http://schemas.openxmlformats.org/officeDocument/2006/relationships/hyperlink" Target="https://www.heise.de/news/Halo-Vice-City-Black-Ops-KI-Ports-von-Spielen-laufen-im-Browser-11485595.html"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simonwillison.net/2026/Oct/13/geoffrey-huntley/" TargetMode="External"/><Relationship Id="rId2" Type="http://schemas.openxmlformats.org/officeDocument/2006/relationships/hyperlink" Target="https://simonwillison.net/2026/Oct/13/redesigning-source-control-at-anthropic/" TargetMode="External"/><Relationship Id="rId3" Type="http://schemas.openxmlformats.org/officeDocument/2006/relationships/hyperlink" Target="https://www.heise.de/hintergrund/Kontext-bei-Architekturentscheidungen-It-Depends-reicht-nicht-11484586.html"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anthropic-studie-warnt-kleine-ki-modelle-koennten-sich-bald-autonom-ueber-alltagsgeraete-replizieren/" TargetMode="External"/><Relationship Id="rId2" Type="http://schemas.openxmlformats.org/officeDocument/2006/relationships/hyperlink" Target="https://the-decoder.de/anthropic-kaempft-gegen-systematischen-diebstahl-von-claudes-internen-denkprozessen/" TargetMode="External"/><Relationship Id="rId3" Type="http://schemas.openxmlformats.org/officeDocument/2006/relationships/hyperlink" Target="https://the-decoder.de/waehrend-westliche-mathematiker-ki-beweise-boykottieren-baut-china-eine-allianz-dafuer/"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simonwillison.net/2026/Oct/13/redesigning-source-control-at-anthropic/" TargetMode="External"/><Relationship Id="rId2" Type="http://schemas.openxmlformats.org/officeDocument/2006/relationships/hyperlink" Target="https://the-decoder.de/offener-brief-von-406-wissenschaftlern-fordert-sofortige-abschottung-von-ki-modellen-vom-internet/" TargetMode="External"/><Relationship Id="rId3" Type="http://schemas.openxmlformats.org/officeDocument/2006/relationships/hyperlink" Target="https://www.heise.de/news/Digitalministerium-stellt-klar-Kein-Rueckzug-bei-KI-Projekt-mit-SAP-und-Mistral-11487212.html"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14.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Mittwoch, KI-Nachrichten der letzten 24 Stunden</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veröffentlicht Gemini 4 Argon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hat sein neues Spitzenmodell Gemini 4 Argon (Pro-Klasse der Gemini-4-Familie) weltweit gestartet, verfügbar über API/AI Studio, Gemini-App und Google-Suche. Einführungspreis 2/10 US-Dollar pro Million Token (Input/Output), regulär 4/20 US-Dollar; laut Google Platz 1 im Vals-Index. Neue Fähigkeiten laut Artikel u.a. 3D-/Spiele-Generierung im Browser und autonome Blender-Steuerung über MCP aus einem einzigen Bild.</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Nvidia und Cisco: USFP-Netzwerkmodule für KI-Fabrics mit 12,8 Tbit/s</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Auf dem OCP Global Summit stellten Nvidia und Cisco neue USFP-Module vor, die bis zu 12,8 Tbit/s pro Modul und erstmals 400 Gbit/s pro Lane liefern. Die Hersteller nennen 1,3-fach bessere Energieeffizienz und 4-fach höhere Bandbreitendichte gegenüber 200-Gbit/s-Transceivern. Ökosystem-Partner sind TE Connectivity und Amphenol, die Spectrum-X-Kooperation wird erweitert.</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AI Studio: Eigene Android-Apps per KI-Prompt ohne Code erstellen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AI Studio erlaubt es nun, per Prompt eigene Android-Apps fürs eigene Smartphone zu erstellen, ohne Programmierkenntnisse und ohne Play-Store-Veröffentlichung. Aktuell kostenlos, verfügbar bislang für Erwachsene in den USA und wenigen weiteren Ländern. Für eine Play-Store-Veröffentlichung ist ein Wechsel zu einem professionellen Entwicklerkonto nötig.</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KI-dekompilierte Spiele-Ports laufen im Browser</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Laut einem Kotaku-Bericht, den heise online aufgreift, kursieren inoffizielle Browser-Ports von Spielen wie Halo, Call of Duty: Black Ops und GTA: Vice City. Als Treiber nennt Kotaku Claude Opus 5.5 - von heise selbst nicht unabhängig verifiziert. Publisher wie Activision fordern Takedowns.</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Pre-Commit-Hook statt AGENTS.md: Coding-Agenten per Git-Hook zur Regel-Treue zwingen</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Geoffrey Huntley (zitiert von Simon Willison) prüft per Pre-Commit-Hook den Git-Diff auf Regelverstöße statt einer driftenden AGENTS.md-Anweisung; bei einem Treffer schlägt der Commit fehl und dem Agenten wird automatisch ein Korrektur-Prompt eingespielt. Laut Huntley erreicht der Agent danach 'zehn von zehn' Regel-Konformität.</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"Adversarial Review": Zwei KI-Modelle gegeneinander Fehler suchen lassen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beschreibt, wie Anthropic systematisch 'Adversarial Review' einsetzt - ein Modell sucht gezielt nach Fehlern in Code oder Design eines anderen Modells. Das sei wirksam, könne aber zu Überengineering führen. Willison bestätigt aus eigener Praxis, Claude und GPT gegeneinander antreten zu lassen.</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Trade-offs als ausführbare Fitnessfunktionen statt Diskussion</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Im heise-Interview mit Neal Ford wird vorgeschlagen, Architekturregeln in maschinell prüfbare Fitnessfunktionen zu übersetzen, denen Agenten zuverlässig folgen können. Jede Regel erhält eine dokumentierte Begründung und wird versioniert und entfernt, sobald der Kontext wegfällt.</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Anthropic-Studie: Kleine KI-Modelle könnten sich bald autonom auf Alltagsgeräten replizieren</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Anthropic testete, ob kleine KI-Modelle sich über Alltagsgeräte wie Smart-TVs verbreiten können. Ein Modell lief verteilt über 15 Android-TV-Boxen; GLM-5.2 schloss die vollständige Infektionskette zuverlässig ab (4 von 5 Durchläufen, alle 8 Testknoten infiziert). Anthropic-CEO Amodei warnt vor einem Schwarm, der binnen 6-12 Monaten das Internet übernehmen könnte.</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Text 7"/>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verschärft Abwehr gegen Diebstahl von Claudes Denkprozessen</a:t>
            </a:r>
            <a:endParaRPr lang="en-US" sz="1500" dirty="0"/>
          </a:p>
        </p:txBody>
      </p:sp>
      <p:sp>
        <p:nvSpPr>
          <p:cNvPr id="10" name="Text 8"/>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Anthropic beschreibt Distillation-Angriffe mit Hunderttausenden gefälschter Konten, die Claudes Reasoning-Schritte abgreifen. Neue Abwehrmaßnahmen senkten die Menge extrahierter Reasoning-Tokens um 90-99 Prozent; beteiligt seien die chinesischen Firmen Zhipu und Moonshot.</a:t>
            </a:r>
            <a:endParaRPr lang="en-US" sz="1200" dirty="0"/>
          </a:p>
        </p:txBody>
      </p:sp>
      <p:sp>
        <p:nvSpPr>
          <p:cNvPr id="11" name="Text 9">
            <a:hlinkClick r:id="rId2"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2" name="Text 10"/>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China gründet Allianz für KI-gestützte Mathematik</a:t>
            </a:r>
            <a:endParaRPr lang="en-US" sz="1500" dirty="0"/>
          </a:p>
        </p:txBody>
      </p:sp>
      <p:sp>
        <p:nvSpPr>
          <p:cNvPr id="13" name="Text 11"/>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In Peking nahm die 'Yau Laboratory Alliance for Mathematics and Artificial Intelligence' unter Leitung von Shing-Tung Yau die Arbeit auf, acht Institutionen beteiligt, Ziel ein Netzwerk von über 1.000 Wissenschaftlern. Gegenreaktion zum bereits gemeldeten westlichen Boykott von KI-generierten Mathe-Beweisen.</a:t>
            </a:r>
            <a:endParaRPr lang="en-US" sz="1200" dirty="0"/>
          </a:p>
        </p:txBody>
      </p:sp>
      <p:sp>
        <p:nvSpPr>
          <p:cNvPr id="14" name="Text 12">
            <a:hlinkClick r:id="rId3"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 entwickelt eigenes Source-Control-System "Scion" statt Git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Offener Brief von 406 Wissenschaftlern fordert Abschottung von KI-Modellen vom Internet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Digitalministerium weist Bericht über Rückzug aus KI-Projekt mit SAP und Mistral zurück</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2026-10-14T06:25:09Z</dcterms:created>
  <dcterms:modified xsi:type="dcterms:W3CDTF">2026-10-14T06:25:09Z</dcterms:modified>
</cp:coreProperties>
</file>