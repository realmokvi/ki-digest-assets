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laude.com/blog/computer-use-skills-api-files-api" TargetMode="External"/><Relationship Id="rId2" Type="http://schemas.openxmlformats.org/officeDocument/2006/relationships/hyperlink" Target="https://the-decoder.de/gen-1-5-roboter-von-generalist-ai-lernen-neue-aufgaben-aus-einer-einzigen-vorfuehrung/" TargetMode="External"/><Relationship Id="rId3" Type="http://schemas.openxmlformats.org/officeDocument/2006/relationships/hyperlink" Target="https://the-decoder.de/adobe-firefly-generiert-jetzt-musik-sprache-und-soundeffekte-fuer-videos/"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simonwillison.net/2026/Aug/12/alchemy-utils/"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KI-Aufsicht-Niedersachsen-warnt-vor-Entmachtung-der-Datenschutzbehoerden-11421190.html" TargetMode="External"/><Relationship Id="rId2" Type="http://schemas.openxmlformats.org/officeDocument/2006/relationships/hyperlink" Target="https://www.heise.de/news/Rechtsverletzende-Kopien-vom-NEINhorn-Carlsen-klagt-gegen-OpenAI-11420543.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laude.com/blog/anthropics-approach-to-teaching-and-learning-ai" TargetMode="External"/><Relationship Id="rId2" Type="http://schemas.openxmlformats.org/officeDocument/2006/relationships/hyperlink" Target="https://the-decoder.de/anthropic-nutzt-intern-ein-unveroeffentlichtes-ki-modell-namens-model-2/" TargetMode="External"/><Relationship Id="rId3" Type="http://schemas.openxmlformats.org/officeDocument/2006/relationships/hyperlink" Target="https://www.heise.de/news/Fuer-7-5-Milliarden-US-Dollar-Stripe-uebernimmt-OpenRouter-11420312.html" TargetMode="External"/><Relationship Id="rId4" Type="http://schemas.openxmlformats.org/officeDocument/2006/relationships/hyperlink" Target="https://www.heise.de/news/Sicherheitsluecke-in-Microsoft-365-Copilot-KI-verraet-eigene-Schutzmechanismen-11420618.html" TargetMode="External"/><Relationship Id="rId5" Type="http://schemas.openxmlformats.org/officeDocument/2006/relationships/hyperlink" Target="https://t3n.de/news/claude-wasserzeichen-tool-entfernen-1758888/" TargetMode="External"/><Relationship Id="rId6" Type="http://schemas.openxmlformats.org/officeDocument/2006/relationships/hyperlink" Target="https://t3n-meisterprompter.podigee.io/84-ki-agenten-google-gemini-spark-julia-steier" TargetMode="External"/><Relationship Id="rId7" Type="http://schemas.openxmlformats.org/officeDocument/2006/relationships/hyperlink" Target="https://the-decoder.de/ki-sicherheit-im-unternehmen-ki-agenten-brauchen-weniger-rechte-nicht-bessere-prompts/" TargetMode="External"/><Relationship Id="rId8" Type="http://schemas.openxmlformats.org/officeDocument/2006/relationships/hyperlink" Target="https://www.heise.de/hintergrund/Vibe-Coding-im-Selbstversuch-Ein-Anfaenger-baut-eine-Sprachlern-App-11417568.html" TargetMode="External"/><Relationship Id="rId9" Type="http://schemas.openxmlformats.org/officeDocument/2006/relationships/hyperlink" Target="https://www.heise.de/ratgeber/Lokale-KI-schneller-machen-So-zuenden-Sie-den-LLM-Turbo-11417238.html" TargetMode="External"/><Relationship Id="rId10" Type="http://schemas.openxmlformats.org/officeDocument/2006/relationships/hyperlink" Target="https://t3n.de/news/chatgpt-voice-live-im-test-neuer-assistent-nervt-1757563/" TargetMode="External"/><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21.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Praxis, Regulierung,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AUGUST 2026</a:t>
            </a:r>
            <a:endParaRPr lang="en-US" sz="1100" dirty="0"/>
          </a:p>
        </p:txBody>
      </p:sp>
      <p:sp>
        <p:nvSpPr>
          <p:cNvPr id="3" name="Shape 1"/>
          <p:cNvSpPr/>
          <p:nvPr/>
        </p:nvSpPr>
        <p:spPr>
          <a:xfrm>
            <a:off x="640080" y="822960"/>
            <a:ext cx="10911535" cy="777240"/>
          </a:xfrm>
          <a:prstGeom prst="roundRect">
            <a:avLst>
              <a:gd name="adj" fmla="val 7059"/>
            </a:avLst>
          </a:prstGeom>
          <a:solidFill>
            <a:srgbClr val="FFF2DF"/>
          </a:solidFill>
          <a:ln w="12700">
            <a:solidFill>
              <a:srgbClr val="D97706"/>
            </a:solidFill>
            <a:prstDash val="solid"/>
          </a:ln>
        </p:spPr>
      </p:sp>
      <p:sp>
        <p:nvSpPr>
          <p:cNvPr id="4" name="Text 2"/>
          <p:cNvSpPr/>
          <p:nvPr/>
        </p:nvSpPr>
        <p:spPr>
          <a:xfrm>
            <a:off x="914400" y="896112"/>
            <a:ext cx="10362895" cy="640080"/>
          </a:xfrm>
          <a:prstGeom prst="rect">
            <a:avLst/>
          </a:prstGeom>
          <a:noFill/>
          <a:ln/>
        </p:spPr>
        <p:txBody>
          <a:bodyPr wrap="square" rtlCol="0" anchor="ctr"/>
          <a:lstStyle/>
          <a:p>
            <a:pPr indent="0" marL="0">
              <a:buNone/>
            </a:pPr>
            <a:r>
              <a:rPr lang="en-US" sz="1400" b="1" dirty="0">
                <a:solidFill>
                  <a:srgbClr val="8A4B02"/>
                </a:solidFill>
                <a:latin typeface="Calibri" pitchFamily="34" charset="0"/>
                <a:ea typeface="Calibri" pitchFamily="34" charset="-122"/>
                <a:cs typeface="Calibri" pitchFamily="34" charset="-120"/>
              </a:rPr>
              <a:t>⚠ Technischer Hinweis: Der planmäßige Lauf für Donnerstag, 20.08.2026, ist offenbar ausgefallen (kein Eintrag feststellbar) — vermutlich ein Scheduler-Ausfall außerhalb der Kontrolle dieser Routine. Das heutige 24-Stunden-Recherchefenster wurde regulär beibehalten; Themen aus der Zwischenzeit (ca. 19.08. vormittags bis 20.08. vormittags) konnten dadurch nicht erfasst werden.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bringt Computer Use, neues Browser-Use-Tool sowie Skills API und Files API in die allgemeine Verfügbarkeit</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das Computer-Use-Tool überarbeitet: Es kann jetzt mehrere Aktionen pro Zug ausführen (bisher nur eine) und ist über eine Business-Associate-Agreement-Option HIPAA-tauglich. Neu ist das Browser-Use-Tool, das zusätzlich zu Screenshots die Seitenstruktur selbst ausliest. Skills API und Files API sind jetzt allgemein verfügbar, mit automatischem Datei-Ablauf, fünffach höheren Rate-Limits und 1 TB Speicher pro Organisation. Laut Anthropic verkürzte ein Kunde (Asteroid) die Schadensbearbeitung von 32 auf 13 Minuten.</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claude.com</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Generalist AI stellt GEN-1.5 vor: Roboter lernen neue Aufgaben aus einer einzigen Vorführung</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Eine 3 bis 12 Sekunden lange Demonstration wird als "physischer Prompt" ins Kontextfenster geladen, danach führt der Roboter die Aufgabe ohne weiteres Training aus. Erfolgsquote im Schnitt 59 Prozent, mit zusätzlichem Training auf fünf Minuten Daten 83 Prozent. Angaben stammen ausschließlich vom Unternehmen, keine unabhängige Verifikation.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Adobe Firefly erzeugt jetzt Musik, Sprache und Soundeffekte für Videos</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Drei neue Audio-Funktionen: "Generate Music" (lizenzfreie Tracks), "Generate Speech" (Skript zu Sprachaufnahme), "Generate Sound Effects" (kontextbezogene Soundeffekte je Szene). Zusätzlich kostenloses tägliches Kontingent für den Firefly AI Assistant sowie Zugriff auf externe Modelle (Gemini Omni Flash, Runway Aleph 2.0, Kling 3.0).</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Simon Willison: Neue Coding-Projekte mit "Research Spike" und Referenz-Codebase starten</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Agenten zunächst einen "Research Spike" zur Machbarkeit durchführen lassen, dabei exakt zu replizierende API benennen und auf einen lokal vorhandenen Referenz-Ordner verweisen, damit Konventionen übernommen statt neu erfunden werden; zusätzlich Red/Green-TDD mit pytest und häufige Git-Commits einfordern. Ergebnis: produktionsreifer Alpha-Code für mehrere Datenbank-Engines mit nur wenigen Folge-Prompts.</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Niedersachsens Datenschutzbeauftragter warnt vor Entmachtung der Länder-Aufsichtsbehörden bei KI</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Denis Lehmkemper kritisiert im Tätigkeitsbericht 2025, dass das KI-Durchführungsgesetz die Marktüberwachung zentral bei der Bundesnetzagentur bündelt; hält das für europarechtlich/verfassungsrechtlich bedenklich, fordert landesbasierte Aufsicht. Bericht nennt 4.022 Bürgerbeschwerden 2025 (+70%) und rund 705.000 Euro Bußgelder in 34 Erstentscheidungen, davon 20 gegen KI-Betreiber.</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Kinderbuchverlag Carlsen verklagt OpenAI wegen "NEINhorn"-Kopien</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Klage vom 19.08.2026 beim Landgericht München I: ChatGPT könne vollständige neue Geschichten im NEINhorn-Stil sowie kaum unterscheidbare Illustrationen und komplette Druckvorlagen (Cover, Impressum, gefälschte ISBN) erzeugen. Carlsen fordert Unterlassung, Offenlegung, Schadensersatz.</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21.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Claude Academy (Lernplattform)</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(claude.com)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Anthropic Risk Report: internes Modell "Model 2"</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Stripe übernimmt OpenRouter für 7,5 Mrd. US-Dollar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Microsoft 365 Copilot: Sicherheitslücke "CoSnitch" geschlossen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Claude-Wasserzeichen-Removal-Tool (t3n-Rückblick)</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t3n MeisterPrompter Folge 84: KI-Agenten bei Google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(t3n-meisterprompter.podigee.io)</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the-decoder: KI-Agenten brauchen weniger Rechte, nicht bessere Prompts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heise: Vibe-Coding im Selbstversuch</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heise: Lokale KI schneller machen (Multi Token Prediction)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t3n MeisterPrompter Folge 83: Was kann ChatGPT Voice?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2026-08-21T06:24:21Z</dcterms:created>
  <dcterms:modified xsi:type="dcterms:W3CDTF">2026-08-21T06:24:21Z</dcterms:modified>
</cp:coreProperties>
</file>