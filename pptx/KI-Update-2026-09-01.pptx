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OpenClaw-2-0-Bislang-groesstes-Update-baut-Team-und-Agentenfunktionen-aus-11434961.html"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DSA-EU-Kommission-stuft-ChatGPT-als-besonders-grosse-Suchmaschine-ein-11435653.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 TargetMode="External"/><Relationship Id="rId2" Type="http://schemas.openxmlformats.org/officeDocument/2006/relationships/hyperlink" Target="https://lmstudio.ai/"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Praxis-News, Tipps &amp; Tricks, Regulierung und Forschung rund um KI-Werkzeuge</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OpenClaw 2.0: bislang größtes Update der Open-Source-Agentenplattform</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Open-Source-Projekt OpenClaw hat mit Version 2.0 sein bislang größtes Update veröffentlicht, in das laut heise Beiträge von 933 Entwicklern und knapp 17.000 Pull-Requests eingeflossen sind – rund die Hälfte aller bisher angenommenen Änderungen des Projekts. Die Installation erkennt jetzt automatisch vorhandene ChatGPT-/Claude-Abos, API-Keys und lokale Modelle; die überarbeitete Browser-App startet direkt in die Konversation, und neue „Shared Cloud Sessions“ erlauben es mehreren Nutzern, gemeinsam an einer laufenden Sitzung zu arbeiten oder Aufgaben ohne Kontextverlust zu übergeben. Hinzu kommen ein Gedächtnissystem („Active Memory“ und „Grounded Dreaming“), IMAP-Integration für E-Mail-ausgelöste Automatisierungen sowie experimentelle Desktop-Steuerung; Sandboxing ist laut Artikel standardmäßig deaktiviert, Prompt-Injection bleibt ein genanntes Risiko.</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EU-Kommission stuft ChatGPT erstmals als „sehr große Suchmaschine“ (VLOSE) ein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Die Europäische Kommission hat am 31.08.2026 ChatGPT erstmals als KI-Anwendung unter die DSA-Kategorie „Very Large Online Search Engine“ (VLOSE) eingestuft; Reddit und Roblox wurden als „Very Large Online Platforms“ (VLOP) designiert. Grundlage ist die 45-Millionen-Nutzer-Schwelle: ChatGPT erreicht laut Kommission fast 160 Millionen monatlich aktive EU-Nutzer, Reddit 57,2 Millionen, Roblox mit 46,6 Millionen nur knapp über der Schwelle. Die Dienste müssen künftig Risikoeinschätzungen nach DSA durchführen, erweiterte Beschwerdeverfahren und Trusted-Flagger-Mechanismen einführen sowie Maßnahmen etwa gegen Deepfake-Pornografie ergreifen; zuständig sind für OpenAI/ChatGPT und Reddit die irische Aufsichtsbehörde, für Roblox die niederländische ACM, mit der EU-Kommission als unmittelbarer Aufsichtsbehörde für alle drei. Es ist die erste DSA-Einstufung eines KI-Chatbots als „Suchmaschine“ – ein rechtlich bislang ungeklärter Präzedenzfall, insbesondere zur Frage möglicher Zugriffsrechte der Kommission auf Trainingsdaten.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Debian erlaubt KI-Beiträge ohne Kennzeichnungspflicht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dirty="0">
                <a:solidFill>
                  <a:srgbClr val="1C1F26"/>
                </a:solidFill>
                <a:latin typeface="Calibri" pitchFamily="34" charset="0"/>
                <a:ea typeface="Calibri" pitchFamily="34" charset="-122"/>
                <a:cs typeface="Calibri" pitchFamily="34" charset="-120"/>
              </a:rPr>
              <a:t>OpenAI experimentiert angeblich mit Bezahlung nur bei erfolgreicher KI-Arbeit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(unbestätigtes Gerücht)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LM Studio Bionic 1.1.1 (reines Bugfix-Release)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(lmstudio.ai)</a:t>
            </a:r>
            <a:endParaRPr lang="en-US" sz="1350" dirty="0"/>
          </a:p>
          <a:p>
            <a:pPr marL="342900" indent="-342900">
              <a:lnSpc>
                <a:spcPct val="150000"/>
              </a:lnSpc>
              <a:spcAft>
                <a:spcPts val="1000"/>
              </a:spcAft>
              <a:buSzPct val="100000"/>
              <a:buChar char="•"/>
            </a:pPr>
            <a:r>
              <a:rPr lang="en-US" sz="1350" dirty="0">
                <a:solidFill>
                  <a:srgbClr val="1C1F26"/>
                </a:solidFill>
                <a:latin typeface="Calibri" pitchFamily="34" charset="0"/>
                <a:ea typeface="Calibri" pitchFamily="34" charset="-122"/>
                <a:cs typeface="Calibri" pitchFamily="34" charset="-120"/>
              </a:rPr>
              <a:t>BGH-Verhandlung Kneschke vs. LAION, Termin 03.09.2026</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(noch keine Berichterstattung)</a:t>
            </a:r>
            <a:endParaRPr lang="en-US" sz="1350" dirty="0"/>
          </a:p>
          <a:p>
            <a:pPr marL="342900" indent="-342900">
              <a:lnSpc>
                <a:spcPct val="150000"/>
              </a:lnSpc>
              <a:spcAft>
                <a:spcPts val="1000"/>
              </a:spcAft>
              <a:buSzPct val="100000"/>
              <a:buChar char="•"/>
            </a:pPr>
            <a:r>
              <a:rPr lang="en-US" sz="1350" dirty="0">
                <a:solidFill>
                  <a:srgbClr val="1C1F26"/>
                </a:solidFill>
                <a:latin typeface="Calibri" pitchFamily="34" charset="0"/>
                <a:ea typeface="Calibri" pitchFamily="34" charset="-122"/>
                <a:cs typeface="Calibri" pitchFamily="34" charset="-120"/>
              </a:rPr>
              <a:t>Siemens-Chef Roland Busch: KI-Regulierung zu langsam</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(Meinungsäußerung)</a:t>
            </a:r>
            <a:endParaRPr lang="en-US" sz="1350" dirty="0"/>
          </a:p>
          <a:p>
            <a:pPr marL="342900" indent="-342900">
              <a:lnSpc>
                <a:spcPct val="150000"/>
              </a:lnSpc>
              <a:spcAft>
                <a:spcPts val="1000"/>
              </a:spcAft>
              <a:buSzPct val="100000"/>
              <a:buChar char="•"/>
            </a:pPr>
            <a:r>
              <a:rPr lang="en-US" sz="1350" dirty="0">
                <a:solidFill>
                  <a:srgbClr val="1C1F26"/>
                </a:solidFill>
                <a:latin typeface="Calibri" pitchFamily="34" charset="0"/>
                <a:ea typeface="Calibri" pitchFamily="34" charset="-122"/>
                <a:cs typeface="Calibri" pitchFamily="34" charset="-120"/>
              </a:rPr>
              <a:t>Sony Music/Warner Chappell vs. Anthropic – keine neue Entwicklung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2026-09-01T06:13:50Z</dcterms:created>
  <dcterms:modified xsi:type="dcterms:W3CDTF">2026-09-01T06:13:50Z</dcterms:modified>
</cp:coreProperties>
</file>